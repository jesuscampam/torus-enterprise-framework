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7" r:id="rId4"/>
    <p:sldMasterId id="2147484202" r:id="rId5"/>
  </p:sldMasterIdLst>
  <p:notesMasterIdLst>
    <p:notesMasterId r:id="rId15"/>
  </p:notesMasterIdLst>
  <p:sldIdLst>
    <p:sldId id="259" r:id="rId6"/>
    <p:sldId id="2147483248" r:id="rId7"/>
    <p:sldId id="2147483338" r:id="rId8"/>
    <p:sldId id="2147483597" r:id="rId9"/>
    <p:sldId id="2147483376" r:id="rId10"/>
    <p:sldId id="266" r:id="rId11"/>
    <p:sldId id="264" r:id="rId12"/>
    <p:sldId id="267" r:id="rId13"/>
    <p:sldId id="268" r:id="rId1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FFC7DC71-8A0B-4ACA-B93B-40AC2718F3A8}">
          <p14:sldIdLst>
            <p14:sldId id="259"/>
            <p14:sldId id="2147483248"/>
            <p14:sldId id="2147483338"/>
            <p14:sldId id="2147483597"/>
            <p14:sldId id="2147483376"/>
            <p14:sldId id="266"/>
            <p14:sldId id="264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00"/>
    <a:srgbClr val="FF9933"/>
    <a:srgbClr val="D9D9D9"/>
    <a:srgbClr val="156082"/>
    <a:srgbClr val="D915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Estilo medio 3 - 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269D01E-BC32-4049-B463-5C60D7B0CCD2}" styleName="Estilo temático 2 - Énfasis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462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pa Morones, Jesus" userId="f9f180b9-8e85-4cb9-8157-099eaf5606d3" providerId="ADAL" clId="{3D553572-C24B-4613-BE4E-A03B35792FB0}"/>
    <pc:docChg chg="delSld delMainMaster modMainMaster modSection">
      <pc:chgData name="Campa Morones, Jesus" userId="f9f180b9-8e85-4cb9-8157-099eaf5606d3" providerId="ADAL" clId="{3D553572-C24B-4613-BE4E-A03B35792FB0}" dt="2026-09-06T23:46:07.870" v="6" actId="2696"/>
      <pc:docMkLst>
        <pc:docMk/>
      </pc:docMkLst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0" sldId="256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0" sldId="257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0" sldId="258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0" sldId="260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0" sldId="261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0" sldId="262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0" sldId="263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1004715656" sldId="308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902680855" sldId="2147483247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83284783" sldId="2147483249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531129790" sldId="2147483325"/>
        </pc:sldMkLst>
      </pc:sldChg>
      <pc:sldChg chg="del">
        <pc:chgData name="Campa Morones, Jesus" userId="f9f180b9-8e85-4cb9-8157-099eaf5606d3" providerId="ADAL" clId="{3D553572-C24B-4613-BE4E-A03B35792FB0}" dt="2026-09-06T23:45:01.166" v="0" actId="2696"/>
        <pc:sldMkLst>
          <pc:docMk/>
          <pc:sldMk cId="2412579093" sldId="2147483334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192140548" sldId="2147483339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2261644961" sldId="2147483342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307556443" sldId="2147483343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0" sldId="2147483371"/>
        </pc:sldMkLst>
      </pc:sldChg>
      <pc:sldChg chg="del">
        <pc:chgData name="Campa Morones, Jesus" userId="f9f180b9-8e85-4cb9-8157-099eaf5606d3" providerId="ADAL" clId="{3D553572-C24B-4613-BE4E-A03B35792FB0}" dt="2026-09-06T23:45:05.322" v="3" actId="2696"/>
        <pc:sldMkLst>
          <pc:docMk/>
          <pc:sldMk cId="0" sldId="2147483374"/>
        </pc:sldMkLst>
      </pc:sldChg>
      <pc:sldChg chg="del">
        <pc:chgData name="Campa Morones, Jesus" userId="f9f180b9-8e85-4cb9-8157-099eaf5606d3" providerId="ADAL" clId="{3D553572-C24B-4613-BE4E-A03B35792FB0}" dt="2026-09-06T23:45:25.132" v="4" actId="2696"/>
        <pc:sldMkLst>
          <pc:docMk/>
          <pc:sldMk cId="0" sldId="2147483375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0" sldId="2147483377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0" sldId="2147483378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0" sldId="2147483380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0" sldId="2147483381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1103790660" sldId="2147483531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1745573285" sldId="2147483536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58806763" sldId="2147483537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3723633342" sldId="2147483538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2794549937" sldId="2147483546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1487922768" sldId="2147483547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3919410644" sldId="2147483572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0" sldId="2147483581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0" sldId="2147483584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0" sldId="2147483585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0" sldId="2147483586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0" sldId="2147483587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0" sldId="2147483588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0" sldId="2147483589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2052976269" sldId="2147483590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0" sldId="2147483591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0" sldId="2147483592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0" sldId="2147483593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389451757" sldId="2147483594"/>
        </pc:sldMkLst>
      </pc:sldChg>
      <pc:sldChg chg="del">
        <pc:chgData name="Campa Morones, Jesus" userId="f9f180b9-8e85-4cb9-8157-099eaf5606d3" providerId="ADAL" clId="{3D553572-C24B-4613-BE4E-A03B35792FB0}" dt="2026-09-06T23:46:07.870" v="6" actId="2696"/>
        <pc:sldMkLst>
          <pc:docMk/>
          <pc:sldMk cId="1964922337" sldId="2147483595"/>
        </pc:sldMkLst>
      </pc:sldChg>
      <pc:sldChg chg="del">
        <pc:chgData name="Campa Morones, Jesus" userId="f9f180b9-8e85-4cb9-8157-099eaf5606d3" providerId="ADAL" clId="{3D553572-C24B-4613-BE4E-A03B35792FB0}" dt="2026-09-06T23:45:44.848" v="5" actId="2696"/>
        <pc:sldMkLst>
          <pc:docMk/>
          <pc:sldMk cId="2966334991" sldId="2147483596"/>
        </pc:sldMkLst>
      </pc:sldChg>
      <pc:sldMasterChg chg="delSldLayout">
        <pc:chgData name="Campa Morones, Jesus" userId="f9f180b9-8e85-4cb9-8157-099eaf5606d3" providerId="ADAL" clId="{3D553572-C24B-4613-BE4E-A03B35792FB0}" dt="2026-09-06T23:45:01.166" v="0" actId="2696"/>
        <pc:sldMasterMkLst>
          <pc:docMk/>
          <pc:sldMasterMk cId="3520603247" sldId="2147484177"/>
        </pc:sldMasterMkLst>
        <pc:sldLayoutChg chg="del">
          <pc:chgData name="Campa Morones, Jesus" userId="f9f180b9-8e85-4cb9-8157-099eaf5606d3" providerId="ADAL" clId="{3D553572-C24B-4613-BE4E-A03B35792FB0}" dt="2026-09-06T23:45:01.166" v="0" actId="2696"/>
          <pc:sldLayoutMkLst>
            <pc:docMk/>
            <pc:sldMasterMk cId="3520603247" sldId="2147484177"/>
            <pc:sldLayoutMk cId="2857973133" sldId="2147484196"/>
          </pc:sldLayoutMkLst>
        </pc:sldLayoutChg>
      </pc:sldMasterChg>
      <pc:sldMasterChg chg="del delSldLayout modSldLayout sldLayoutOrd">
        <pc:chgData name="Campa Morones, Jesus" userId="f9f180b9-8e85-4cb9-8157-099eaf5606d3" providerId="ADAL" clId="{3D553572-C24B-4613-BE4E-A03B35792FB0}" dt="2026-09-06T23:46:07.870" v="6" actId="2696"/>
        <pc:sldMasterMkLst>
          <pc:docMk/>
          <pc:sldMasterMk cId="2062023623" sldId="2147484405"/>
        </pc:sldMasterMkLst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3602073701" sldId="2147484406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2694610889" sldId="2147484407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2920178353" sldId="2147484408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3254396889" sldId="2147484409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2523351348" sldId="2147484410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3537084451" sldId="2147484411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998649979" sldId="2147484412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650894686" sldId="2147484413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3098986678" sldId="2147484414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2222358429" sldId="2147484415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2467738725" sldId="2147484416"/>
          </pc:sldLayoutMkLst>
        </pc:sldLayoutChg>
        <pc:sldLayoutChg chg="modSp del mod ord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741047469" sldId="2147484541"/>
          </pc:sldLayoutMkLst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741047469" sldId="2147484541"/>
              <ac:spMk id="2" creationId="{0B09D992-8BBD-B56A-D76A-51444FD66F10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741047469" sldId="2147484541"/>
              <ac:spMk id="3" creationId="{262B7903-BA4E-504D-049D-FC68F55463FC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741047469" sldId="2147484541"/>
              <ac:spMk id="4" creationId="{A8004281-CDB4-E7CA-8823-4FCB226ADF6C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741047469" sldId="2147484541"/>
              <ac:spMk id="5" creationId="{2475F79C-1D57-CE74-A250-434851102771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741047469" sldId="2147484541"/>
              <ac:spMk id="6" creationId="{F402069B-7C92-9172-A0CE-6F741CA64DCF}"/>
            </ac:spMkLst>
          </pc:spChg>
        </pc:sldLayoutChg>
        <pc:sldLayoutChg chg="modSp del mod ord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4128008898" sldId="2147484542"/>
          </pc:sldLayoutMkLst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4128008898" sldId="2147484542"/>
              <ac:spMk id="2" creationId="{865FF2DE-F0FE-53D1-42BC-B0983830A5AB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4128008898" sldId="2147484542"/>
              <ac:spMk id="3" creationId="{EA4A25ED-F019-8707-8F1C-F857DBEF523D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4128008898" sldId="2147484542"/>
              <ac:spMk id="4" creationId="{9F5C9C7B-069B-28FF-DC98-FDDDC76DAB3F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4128008898" sldId="2147484542"/>
              <ac:spMk id="5" creationId="{565B6EFA-C1BC-ADE0-8BFF-BF20209ECB90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4128008898" sldId="2147484542"/>
              <ac:spMk id="6" creationId="{7C9B73BF-0A16-ED63-1604-4E7D8B18B4C7}"/>
            </ac:spMkLst>
          </pc:spChg>
        </pc:sldLayoutChg>
        <pc:sldLayoutChg chg="modSp del mod ord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616161221" sldId="2147484543"/>
          </pc:sldLayoutMkLst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616161221" sldId="2147484543"/>
              <ac:spMk id="2" creationId="{240D4A36-0615-A2B7-A99E-4E4A771987B3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616161221" sldId="2147484543"/>
              <ac:spMk id="3" creationId="{FFA870F8-C991-515E-A352-E40853BA2E20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616161221" sldId="2147484543"/>
              <ac:spMk id="4" creationId="{EF760BA1-7F26-2DBF-D8EB-4EE752CECEB3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616161221" sldId="2147484543"/>
              <ac:spMk id="5" creationId="{25BFEF96-132E-0BD5-0C1D-C14733E73AF6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616161221" sldId="2147484543"/>
              <ac:spMk id="6" creationId="{96F2B129-1884-F9D9-E543-2366812799F1}"/>
            </ac:spMkLst>
          </pc:spChg>
        </pc:sldLayoutChg>
        <pc:sldLayoutChg chg="modSp del mod ord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4187910886" sldId="2147484544"/>
          </pc:sldLayoutMkLst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4187910886" sldId="2147484544"/>
              <ac:spMk id="2" creationId="{ABA14E89-CFC7-5FD4-7D76-544DA8E29B03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4187910886" sldId="2147484544"/>
              <ac:spMk id="3" creationId="{C6CD03DD-3C08-29E1-2D96-A1DF95765FE8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4187910886" sldId="2147484544"/>
              <ac:spMk id="4" creationId="{1267A588-0B62-410F-7322-4DE1B9775A57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4187910886" sldId="2147484544"/>
              <ac:spMk id="5" creationId="{A1569EC9-3F78-1B88-84DC-2734FED90AF7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4187910886" sldId="2147484544"/>
              <ac:spMk id="6" creationId="{B1899B42-FFBE-0D22-847F-C63C544706D0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4187910886" sldId="2147484544"/>
              <ac:spMk id="7" creationId="{5CEDF365-1DD4-5A24-A553-3C4CCFA0C23C}"/>
            </ac:spMkLst>
          </pc:spChg>
        </pc:sldLayoutChg>
        <pc:sldLayoutChg chg="modSp del mod ord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3477887948" sldId="2147484545"/>
          </pc:sldLayoutMkLst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477887948" sldId="2147484545"/>
              <ac:spMk id="2" creationId="{2DA87CB1-3923-27BF-25A5-10EA59181E5C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477887948" sldId="2147484545"/>
              <ac:spMk id="3" creationId="{857DE17E-C558-C62C-F7D0-96E7C589E535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477887948" sldId="2147484545"/>
              <ac:spMk id="4" creationId="{CF6DA635-CA7B-6C74-1C6F-A6D2C81E9FE1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477887948" sldId="2147484545"/>
              <ac:spMk id="5" creationId="{B839EC49-0BF3-9E5E-6F70-8F8EDE9FF8B8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477887948" sldId="2147484545"/>
              <ac:spMk id="6" creationId="{1EEF8149-848B-6937-F78B-7932D5DDB674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477887948" sldId="2147484545"/>
              <ac:spMk id="7" creationId="{48B6B39B-CA6F-4883-6747-2AE36E203254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477887948" sldId="2147484545"/>
              <ac:spMk id="8" creationId="{9D02CC3D-936D-DD6D-ECC5-0EFF86B3D090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477887948" sldId="2147484545"/>
              <ac:spMk id="9" creationId="{65DB1901-60F3-1F74-C188-B1F145D59DD2}"/>
            </ac:spMkLst>
          </pc:spChg>
        </pc:sldLayoutChg>
        <pc:sldLayoutChg chg="modSp del mod ord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809953200" sldId="2147484546"/>
          </pc:sldLayoutMkLst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809953200" sldId="2147484546"/>
              <ac:spMk id="2" creationId="{BC43EC1A-C9DD-6120-2C0E-AAB5A277816E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809953200" sldId="2147484546"/>
              <ac:spMk id="3" creationId="{CF4F7F6E-1D0B-7368-0F2B-5C912A42D55F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809953200" sldId="2147484546"/>
              <ac:spMk id="4" creationId="{8891734C-FF25-27F1-B960-7CF5EFA5C449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809953200" sldId="2147484546"/>
              <ac:spMk id="5" creationId="{3E84DE70-9D4B-035F-D370-4E58B522F42E}"/>
            </ac:spMkLst>
          </pc:spChg>
        </pc:sldLayoutChg>
        <pc:sldLayoutChg chg="modSp del mod ord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2021283570" sldId="2147484547"/>
          </pc:sldLayoutMkLst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2021283570" sldId="2147484547"/>
              <ac:spMk id="2" creationId="{98A69CF0-0050-DF70-C0A8-2BC77FB578B2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2021283570" sldId="2147484547"/>
              <ac:spMk id="3" creationId="{CB1133CA-2538-2AE6-7E2E-FF9FBDEB700F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2021283570" sldId="2147484547"/>
              <ac:spMk id="4" creationId="{8BEA7A8F-11F3-8063-B584-51B10DA00EE4}"/>
            </ac:spMkLst>
          </pc:spChg>
        </pc:sldLayoutChg>
        <pc:sldLayoutChg chg="modSp del mod ord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1579931413" sldId="2147484548"/>
          </pc:sldLayoutMkLst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579931413" sldId="2147484548"/>
              <ac:spMk id="2" creationId="{0D16C016-8052-0B72-0565-558A487F2D31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579931413" sldId="2147484548"/>
              <ac:spMk id="3" creationId="{2EC84C70-8DC5-053B-1F4F-3241B139CF5E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579931413" sldId="2147484548"/>
              <ac:spMk id="4" creationId="{B204ED4D-FC1C-E6BC-F6FC-BA8B5921AAAE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579931413" sldId="2147484548"/>
              <ac:spMk id="5" creationId="{E6B0B83E-ADF8-CB73-A1D4-A0333E8660F3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579931413" sldId="2147484548"/>
              <ac:spMk id="6" creationId="{AC651B7C-3572-D751-B612-C2DE06B7B2C7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579931413" sldId="2147484548"/>
              <ac:spMk id="7" creationId="{289460B0-D899-9AE3-42B3-FCB069AA8FF4}"/>
            </ac:spMkLst>
          </pc:spChg>
        </pc:sldLayoutChg>
        <pc:sldLayoutChg chg="modSp del mod ord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2082490748" sldId="2147484549"/>
          </pc:sldLayoutMkLst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2082490748" sldId="2147484549"/>
              <ac:spMk id="2" creationId="{616FB492-89C7-AB7D-3AF2-FDBF897D0760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2082490748" sldId="2147484549"/>
              <ac:spMk id="3" creationId="{198349EF-F60C-9195-BBA5-F094387D709A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2082490748" sldId="2147484549"/>
              <ac:spMk id="4" creationId="{44485B9B-123E-5183-EF50-AA6EDCA9BC36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2082490748" sldId="2147484549"/>
              <ac:spMk id="5" creationId="{904B46BF-3690-4C9C-E372-3FDB35B3BF7B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2082490748" sldId="2147484549"/>
              <ac:spMk id="6" creationId="{EA6C7466-8E5C-608E-6692-72975CF0B03C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2082490748" sldId="2147484549"/>
              <ac:spMk id="7" creationId="{E79C1CD3-9BAB-E750-7152-816AAAB7916D}"/>
            </ac:spMkLst>
          </pc:spChg>
        </pc:sldLayoutChg>
        <pc:sldLayoutChg chg="modSp del mod ord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2958952120" sldId="2147484550"/>
          </pc:sldLayoutMkLst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2958952120" sldId="2147484550"/>
              <ac:spMk id="2" creationId="{422EFDB9-BC1F-605D-8948-6676D4889F28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2958952120" sldId="2147484550"/>
              <ac:spMk id="3" creationId="{7C5D23F0-25C2-4E8D-353D-3B193BD81331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2958952120" sldId="2147484550"/>
              <ac:spMk id="4" creationId="{573316D9-BA79-54A6-A8E6-A6536071C677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2958952120" sldId="2147484550"/>
              <ac:spMk id="5" creationId="{B2C0B6E7-5D31-25E8-1812-0F71BBC4E69D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2958952120" sldId="2147484550"/>
              <ac:spMk id="6" creationId="{570DE38B-8E42-E7A7-E1D9-20D885F3F750}"/>
            </ac:spMkLst>
          </pc:spChg>
        </pc:sldLayoutChg>
        <pc:sldLayoutChg chg="modSp del mod ord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3488622411" sldId="2147484551"/>
          </pc:sldLayoutMkLst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488622411" sldId="2147484551"/>
              <ac:spMk id="2" creationId="{B21FA736-1245-ADCF-C97F-306148EDFD3B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488622411" sldId="2147484551"/>
              <ac:spMk id="3" creationId="{C1E52AF0-1678-8CBF-AF19-2D47D4ED49BC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488622411" sldId="2147484551"/>
              <ac:spMk id="4" creationId="{E071347B-ADD9-D080-086E-DB7F4C15D447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488622411" sldId="2147484551"/>
              <ac:spMk id="5" creationId="{79BFB18F-DE34-5851-8328-0241D809DA43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488622411" sldId="2147484551"/>
              <ac:spMk id="6" creationId="{DD3D3F15-4EA1-C66A-9B81-47AA5C695136}"/>
            </ac:spMkLst>
          </pc:spChg>
        </pc:sldLayoutChg>
        <pc:sldLayoutChg chg="modSp del mod ord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1636230434" sldId="2147484552"/>
          </pc:sldLayoutMkLst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636230434" sldId="2147484552"/>
              <ac:spMk id="2" creationId="{11F11695-0845-1661-F181-45016D24E2A8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636230434" sldId="2147484552"/>
              <ac:spMk id="3" creationId="{1021C7C2-D8DA-BA38-603F-11D868C59B40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636230434" sldId="2147484552"/>
              <ac:spMk id="4" creationId="{90482C16-CC61-ADE2-7C01-E50170492BF0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636230434" sldId="2147484552"/>
              <ac:spMk id="5" creationId="{C193C9BF-249A-55B2-AC57-3E4345CEB436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636230434" sldId="2147484552"/>
              <ac:spMk id="6" creationId="{6F28B612-6641-D8FD-1439-2089FD9C2E32}"/>
            </ac:spMkLst>
          </pc:spChg>
        </pc:sldLayoutChg>
        <pc:sldLayoutChg chg="modSp del mod ord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4052843225" sldId="2147484553"/>
          </pc:sldLayoutMkLst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4052843225" sldId="2147484553"/>
              <ac:spMk id="2" creationId="{1BD0A9B8-65A8-5DD8-C69D-A2DEDF7A2267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4052843225" sldId="2147484553"/>
              <ac:spMk id="3" creationId="{CD0704A0-C03D-89ED-8BA6-19E02FFEBC82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4052843225" sldId="2147484553"/>
              <ac:spMk id="4" creationId="{7A3D7F74-F8A2-E0A4-5460-BFE5CA42C998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4052843225" sldId="2147484553"/>
              <ac:spMk id="5" creationId="{F5F73235-A7AC-356F-185B-1DE6221707B4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4052843225" sldId="2147484553"/>
              <ac:spMk id="6" creationId="{36269DF7-761D-E4C6-66D5-12ED1A931061}"/>
            </ac:spMkLst>
          </pc:spChg>
        </pc:sldLayoutChg>
        <pc:sldLayoutChg chg="modSp del mod ord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395241561" sldId="2147484554"/>
          </pc:sldLayoutMkLst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95241561" sldId="2147484554"/>
              <ac:spMk id="2" creationId="{31CF4622-27EB-E268-4F0B-7EFF3879F149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95241561" sldId="2147484554"/>
              <ac:spMk id="3" creationId="{24257B4E-7AB7-5C34-9F6C-654F153D16CE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95241561" sldId="2147484554"/>
              <ac:spMk id="4" creationId="{815BA910-580A-AEE2-19E4-583654EF0B49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95241561" sldId="2147484554"/>
              <ac:spMk id="5" creationId="{1F7F0B3C-D288-0E8B-BA1D-B90F8EC3F1B1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95241561" sldId="2147484554"/>
              <ac:spMk id="6" creationId="{4837EE4E-1E75-ACBF-5DE7-0F08D73E54A5}"/>
            </ac:spMkLst>
          </pc:spChg>
        </pc:sldLayoutChg>
        <pc:sldLayoutChg chg="modSp del mod ord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1986811812" sldId="2147484555"/>
          </pc:sldLayoutMkLst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986811812" sldId="2147484555"/>
              <ac:spMk id="2" creationId="{EA2D6A8B-0144-375A-9D23-4A2F7270CEF1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986811812" sldId="2147484555"/>
              <ac:spMk id="3" creationId="{1985C188-E565-41D5-7A7E-D084F9A1AFF1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986811812" sldId="2147484555"/>
              <ac:spMk id="4" creationId="{3E480E42-4826-FAFD-B26A-E951477C760F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986811812" sldId="2147484555"/>
              <ac:spMk id="5" creationId="{897CE3A3-1F71-12EC-6031-34224804E4C7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986811812" sldId="2147484555"/>
              <ac:spMk id="6" creationId="{E0A06181-181F-D970-3E7C-BDDB32A76B0B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986811812" sldId="2147484555"/>
              <ac:spMk id="7" creationId="{7F96A587-9BCA-36AE-9103-F4016CEA7B5D}"/>
            </ac:spMkLst>
          </pc:spChg>
        </pc:sldLayoutChg>
        <pc:sldLayoutChg chg="modSp del mod ord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3948399714" sldId="2147484556"/>
          </pc:sldLayoutMkLst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948399714" sldId="2147484556"/>
              <ac:spMk id="2" creationId="{FF47945F-775E-9CE7-3EDC-88049B13E632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948399714" sldId="2147484556"/>
              <ac:spMk id="3" creationId="{68857EA9-CA56-3136-0060-590129206D4D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948399714" sldId="2147484556"/>
              <ac:spMk id="4" creationId="{B360EA61-1DEF-11C8-6E3A-5532CD14B9AB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948399714" sldId="2147484556"/>
              <ac:spMk id="5" creationId="{8FC94113-42C2-B064-EAF9-5AB2AE344694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948399714" sldId="2147484556"/>
              <ac:spMk id="6" creationId="{BE7C967E-9936-E916-FACA-DFFDBDD4000B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948399714" sldId="2147484556"/>
              <ac:spMk id="7" creationId="{C0871B4B-ACA4-F10A-28C6-6BCC9D0D62FC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948399714" sldId="2147484556"/>
              <ac:spMk id="8" creationId="{B2A9E87B-4C3C-D32E-04D7-6229F8AAFCAA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948399714" sldId="2147484556"/>
              <ac:spMk id="9" creationId="{F80DA423-F1AE-8EFF-AC14-E68299CB75F8}"/>
            </ac:spMkLst>
          </pc:spChg>
        </pc:sldLayoutChg>
        <pc:sldLayoutChg chg="modSp del mod ord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512457101" sldId="2147484557"/>
          </pc:sldLayoutMkLst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512457101" sldId="2147484557"/>
              <ac:spMk id="2" creationId="{481C31ED-260E-B924-E6B3-B286D820F145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512457101" sldId="2147484557"/>
              <ac:spMk id="3" creationId="{A50FE0B6-73DA-9C5F-4D31-ED9DC9341BA9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512457101" sldId="2147484557"/>
              <ac:spMk id="4" creationId="{D41A9C47-3EFB-CEB0-E728-FF1C61321BCF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512457101" sldId="2147484557"/>
              <ac:spMk id="5" creationId="{CC018A6B-C84B-3243-6AA3-400D56877BCB}"/>
            </ac:spMkLst>
          </pc:spChg>
        </pc:sldLayoutChg>
        <pc:sldLayoutChg chg="modSp del mod ord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2615495694" sldId="2147484558"/>
          </pc:sldLayoutMkLst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2615495694" sldId="2147484558"/>
              <ac:spMk id="2" creationId="{2E44F3F6-91CD-D945-A3C3-4E8271AAA518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2615495694" sldId="2147484558"/>
              <ac:spMk id="3" creationId="{D2E3F97F-065D-0FDA-28A8-0F913B714B9C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2615495694" sldId="2147484558"/>
              <ac:spMk id="4" creationId="{B17F1B15-118D-F4F3-166A-03C1C0017BE2}"/>
            </ac:spMkLst>
          </pc:spChg>
        </pc:sldLayoutChg>
        <pc:sldLayoutChg chg="modSp del mod ord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1423614884" sldId="2147484559"/>
          </pc:sldLayoutMkLst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423614884" sldId="2147484559"/>
              <ac:spMk id="2" creationId="{2230B78A-0ADD-DC5C-F8A5-5A58A2C81564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423614884" sldId="2147484559"/>
              <ac:spMk id="3" creationId="{3E73A4D0-E4C6-DA40-E107-1A8591C84A68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423614884" sldId="2147484559"/>
              <ac:spMk id="4" creationId="{EE87CF33-A632-81EB-21D7-6AA25C9BE612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423614884" sldId="2147484559"/>
              <ac:spMk id="5" creationId="{92F33B8F-3528-BBD6-BD5F-F04FD201B6EE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423614884" sldId="2147484559"/>
              <ac:spMk id="6" creationId="{8455F5FA-3FB9-42FF-F052-DC55ED7C6C7B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423614884" sldId="2147484559"/>
              <ac:spMk id="7" creationId="{14057066-FE1A-FFAA-6284-A247821306DE}"/>
            </ac:spMkLst>
          </pc:spChg>
        </pc:sldLayoutChg>
        <pc:sldLayoutChg chg="modSp del mod ord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1706240539" sldId="2147484560"/>
          </pc:sldLayoutMkLst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706240539" sldId="2147484560"/>
              <ac:spMk id="2" creationId="{07A0BCC8-2FC6-EE71-4794-038720579EA4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706240539" sldId="2147484560"/>
              <ac:spMk id="3" creationId="{5C782F3B-A8CC-7A84-4ADB-91566CEC2FB2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706240539" sldId="2147484560"/>
              <ac:spMk id="4" creationId="{D1001CD5-62B5-E54B-55A6-CEF802FA9157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706240539" sldId="2147484560"/>
              <ac:spMk id="5" creationId="{6A9333D6-6933-9736-42CE-53F9B520B5C8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706240539" sldId="2147484560"/>
              <ac:spMk id="6" creationId="{4A7B44E1-0C3A-E786-A414-1450A06EDF56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1706240539" sldId="2147484560"/>
              <ac:spMk id="7" creationId="{CC7AC7C5-7666-4DC7-39DE-065A3438C9C7}"/>
            </ac:spMkLst>
          </pc:spChg>
        </pc:sldLayoutChg>
        <pc:sldLayoutChg chg="modSp del mod ord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3027888906" sldId="2147484561"/>
          </pc:sldLayoutMkLst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027888906" sldId="2147484561"/>
              <ac:spMk id="2" creationId="{65F3B007-BF28-453D-B5F6-998F15351434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027888906" sldId="2147484561"/>
              <ac:spMk id="3" creationId="{47498CDC-8C85-81A3-1615-2B1A74409727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027888906" sldId="2147484561"/>
              <ac:spMk id="4" creationId="{7657AB75-3739-820F-1463-FD8CC7AED80C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027888906" sldId="2147484561"/>
              <ac:spMk id="5" creationId="{9DA7D2F0-178B-9460-07ED-0243AE53CF4B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3027888906" sldId="2147484561"/>
              <ac:spMk id="6" creationId="{F3C23CB0-04AE-DF52-666F-7143A0CC5FC1}"/>
            </ac:spMkLst>
          </pc:spChg>
        </pc:sldLayoutChg>
        <pc:sldLayoutChg chg="modSp del mod ord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062023623" sldId="2147484405"/>
            <pc:sldLayoutMk cId="4208731253" sldId="2147484562"/>
          </pc:sldLayoutMkLst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4208731253" sldId="2147484562"/>
              <ac:spMk id="2" creationId="{ED2EE727-C62C-676C-BBA3-8891CEF84EFE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4208731253" sldId="2147484562"/>
              <ac:spMk id="3" creationId="{46208F45-1123-63BC-6AB6-EFA4956E5CAC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4208731253" sldId="2147484562"/>
              <ac:spMk id="4" creationId="{942AF62C-D522-3698-8635-37AD7E69DBAA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4208731253" sldId="2147484562"/>
              <ac:spMk id="5" creationId="{9996BD02-547E-0BB0-1D7A-9E76ACE1E25E}"/>
            </ac:spMkLst>
          </pc:spChg>
          <pc:spChg chg="mod">
            <ac:chgData name="Campa Morones, Jesus" userId="f9f180b9-8e85-4cb9-8157-099eaf5606d3" providerId="ADAL" clId="{3D553572-C24B-4613-BE4E-A03B35792FB0}" dt="2026-09-06T23:45:02.329" v="1"/>
            <ac:spMkLst>
              <pc:docMk/>
              <pc:sldMasterMk cId="2062023623" sldId="2147484405"/>
              <pc:sldLayoutMk cId="4208731253" sldId="2147484562"/>
              <ac:spMk id="6" creationId="{A6258EDA-2448-B48F-1974-8595C461FB15}"/>
            </ac:spMkLst>
          </pc:spChg>
        </pc:sldLayoutChg>
      </pc:sldMasterChg>
      <pc:sldMasterChg chg="del delSldLayout">
        <pc:chgData name="Campa Morones, Jesus" userId="f9f180b9-8e85-4cb9-8157-099eaf5606d3" providerId="ADAL" clId="{3D553572-C24B-4613-BE4E-A03B35792FB0}" dt="2026-09-06T23:46:07.870" v="6" actId="2696"/>
        <pc:sldMasterMkLst>
          <pc:docMk/>
          <pc:sldMasterMk cId="3793399814" sldId="2147484467"/>
        </pc:sldMasterMkLst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3793399814" sldId="2147484467"/>
            <pc:sldLayoutMk cId="2121285483" sldId="2147484468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3793399814" sldId="2147484467"/>
            <pc:sldLayoutMk cId="380858917" sldId="2147484469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3793399814" sldId="2147484467"/>
            <pc:sldLayoutMk cId="3204010942" sldId="2147484470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3793399814" sldId="2147484467"/>
            <pc:sldLayoutMk cId="2478546785" sldId="2147484471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3793399814" sldId="2147484467"/>
            <pc:sldLayoutMk cId="3950483453" sldId="2147484472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3793399814" sldId="2147484467"/>
            <pc:sldLayoutMk cId="3017029500" sldId="2147484473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3793399814" sldId="2147484467"/>
            <pc:sldLayoutMk cId="112082038" sldId="2147484474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3793399814" sldId="2147484467"/>
            <pc:sldLayoutMk cId="2200207357" sldId="2147484475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3793399814" sldId="2147484467"/>
            <pc:sldLayoutMk cId="2646865607" sldId="2147484476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3793399814" sldId="2147484467"/>
            <pc:sldLayoutMk cId="947354164" sldId="2147484477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3793399814" sldId="2147484467"/>
            <pc:sldLayoutMk cId="765871905" sldId="2147484478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3793399814" sldId="2147484467"/>
            <pc:sldLayoutMk cId="2138011681" sldId="2147484479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3793399814" sldId="2147484467"/>
            <pc:sldLayoutMk cId="1931430700" sldId="2147484480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3793399814" sldId="2147484467"/>
            <pc:sldLayoutMk cId="2350952422" sldId="2147484481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3793399814" sldId="2147484467"/>
            <pc:sldLayoutMk cId="708458817" sldId="2147484483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3793399814" sldId="2147484467"/>
            <pc:sldLayoutMk cId="4225883751" sldId="2147484484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3793399814" sldId="2147484467"/>
            <pc:sldLayoutMk cId="873506974" sldId="2147484485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3793399814" sldId="2147484467"/>
            <pc:sldLayoutMk cId="1623780687" sldId="2147484486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3793399814" sldId="2147484467"/>
            <pc:sldLayoutMk cId="382604781" sldId="2147484487"/>
          </pc:sldLayoutMkLst>
        </pc:sldLayoutChg>
      </pc:sldMasterChg>
      <pc:sldMasterChg chg="del sldLayoutOrd">
        <pc:chgData name="Campa Morones, Jesus" userId="f9f180b9-8e85-4cb9-8157-099eaf5606d3" providerId="ADAL" clId="{3D553572-C24B-4613-BE4E-A03B35792FB0}" dt="2026-09-06T23:45:02.385" v="2"/>
        <pc:sldMasterMkLst>
          <pc:docMk/>
          <pc:sldMasterMk cId="189853663" sldId="2147484540"/>
        </pc:sldMasterMkLst>
      </pc:sldMasterChg>
      <pc:sldMasterChg chg="del delSldLayout">
        <pc:chgData name="Campa Morones, Jesus" userId="f9f180b9-8e85-4cb9-8157-099eaf5606d3" providerId="ADAL" clId="{3D553572-C24B-4613-BE4E-A03B35792FB0}" dt="2026-09-06T23:46:07.870" v="6" actId="2696"/>
        <pc:sldMasterMkLst>
          <pc:docMk/>
          <pc:sldMasterMk cId="2161505631" sldId="2147484563"/>
        </pc:sldMasterMkLst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161505631" sldId="2147484563"/>
            <pc:sldLayoutMk cId="3386730912" sldId="2147484564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161505631" sldId="2147484563"/>
            <pc:sldLayoutMk cId="864740004" sldId="2147484565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161505631" sldId="2147484563"/>
            <pc:sldLayoutMk cId="276413260" sldId="2147484566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161505631" sldId="2147484563"/>
            <pc:sldLayoutMk cId="1656982298" sldId="2147484567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161505631" sldId="2147484563"/>
            <pc:sldLayoutMk cId="2176078267" sldId="2147484568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161505631" sldId="2147484563"/>
            <pc:sldLayoutMk cId="3629176775" sldId="2147484569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161505631" sldId="2147484563"/>
            <pc:sldLayoutMk cId="1059959978" sldId="2147484570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161505631" sldId="2147484563"/>
            <pc:sldLayoutMk cId="1931331295" sldId="2147484571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161505631" sldId="2147484563"/>
            <pc:sldLayoutMk cId="533103334" sldId="2147484572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161505631" sldId="2147484563"/>
            <pc:sldLayoutMk cId="1054632959" sldId="2147484573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161505631" sldId="2147484563"/>
            <pc:sldLayoutMk cId="1334820844" sldId="2147484574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161505631" sldId="2147484563"/>
            <pc:sldLayoutMk cId="3679702038" sldId="2147484575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161505631" sldId="2147484563"/>
            <pc:sldLayoutMk cId="602395624" sldId="2147484576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161505631" sldId="2147484563"/>
            <pc:sldLayoutMk cId="2921689463" sldId="2147484577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161505631" sldId="2147484563"/>
            <pc:sldLayoutMk cId="3823108462" sldId="2147484578"/>
          </pc:sldLayoutMkLst>
        </pc:sldLayoutChg>
      </pc:sldMasterChg>
      <pc:sldMasterChg chg="del delSldLayout">
        <pc:chgData name="Campa Morones, Jesus" userId="f9f180b9-8e85-4cb9-8157-099eaf5606d3" providerId="ADAL" clId="{3D553572-C24B-4613-BE4E-A03B35792FB0}" dt="2026-09-06T23:46:07.870" v="6" actId="2696"/>
        <pc:sldMasterMkLst>
          <pc:docMk/>
          <pc:sldMasterMk cId="2463445407" sldId="2147484580"/>
        </pc:sldMasterMkLst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463445407" sldId="2147484580"/>
            <pc:sldLayoutMk cId="635204468" sldId="2147484581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463445407" sldId="2147484580"/>
            <pc:sldLayoutMk cId="4246304338" sldId="2147484582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463445407" sldId="2147484580"/>
            <pc:sldLayoutMk cId="1435730079" sldId="2147484583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463445407" sldId="2147484580"/>
            <pc:sldLayoutMk cId="363178556" sldId="2147484584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463445407" sldId="2147484580"/>
            <pc:sldLayoutMk cId="401374004" sldId="2147484585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463445407" sldId="2147484580"/>
            <pc:sldLayoutMk cId="1160042278" sldId="2147484586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463445407" sldId="2147484580"/>
            <pc:sldLayoutMk cId="3914720355" sldId="2147484587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463445407" sldId="2147484580"/>
            <pc:sldLayoutMk cId="1867441703" sldId="2147484588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463445407" sldId="2147484580"/>
            <pc:sldLayoutMk cId="2001213984" sldId="2147484589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463445407" sldId="2147484580"/>
            <pc:sldLayoutMk cId="2980861667" sldId="2147484590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463445407" sldId="2147484580"/>
            <pc:sldLayoutMk cId="1812597705" sldId="2147484591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463445407" sldId="2147484580"/>
            <pc:sldLayoutMk cId="1696182689" sldId="2147484592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463445407" sldId="2147484580"/>
            <pc:sldLayoutMk cId="1848955968" sldId="2147484593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463445407" sldId="2147484580"/>
            <pc:sldLayoutMk cId="469090266" sldId="2147484594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463445407" sldId="2147484580"/>
            <pc:sldLayoutMk cId="3617419018" sldId="2147484595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1902797003" sldId="2147484596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3576119889" sldId="2147484597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306114181" sldId="2147484598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2781518472" sldId="2147484599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964368243" sldId="2147484600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1557456795" sldId="2147484601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1272625843" sldId="2147484602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3463335164" sldId="2147484603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1602142808" sldId="2147484604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1352494369" sldId="2147484605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2668101276" sldId="2147484606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1921216981" sldId="2147484607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3046799080" sldId="2147484608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907050338" sldId="2147484609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1262336568" sldId="2147484610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1032072755" sldId="2147484611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1954444855" sldId="2147484612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3842716382" sldId="2147484613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2649184582" sldId="2147484614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3417041543" sldId="2147484615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3166893968" sldId="2147484616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1902768270" sldId="2147484617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350671702" sldId="2147484618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1708639558" sldId="2147484619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1762121751" sldId="2147484620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1116403551" sldId="2147484621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463445407" sldId="2147484580"/>
            <pc:sldLayoutMk cId="422284520" sldId="2147484622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1948014148" sldId="2147484623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3907770450" sldId="2147484624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3319375069" sldId="2147484625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416186206" sldId="2147484626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976202374" sldId="2147484627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1460864739" sldId="2147484628"/>
          </pc:sldLayoutMkLst>
        </pc:sldLayoutChg>
        <pc:sldLayoutChg chg="del">
          <pc:chgData name="Campa Morones, Jesus" userId="f9f180b9-8e85-4cb9-8157-099eaf5606d3" providerId="ADAL" clId="{3D553572-C24B-4613-BE4E-A03B35792FB0}" dt="2026-09-06T23:45:02.385" v="2"/>
          <pc:sldLayoutMkLst>
            <pc:docMk/>
            <pc:sldMasterMk cId="2463445407" sldId="2147484580"/>
            <pc:sldLayoutMk cId="1880782884" sldId="2147484629"/>
          </pc:sldLayoutMkLst>
        </pc:sldLayoutChg>
        <pc:sldLayoutChg chg="del">
          <pc:chgData name="Campa Morones, Jesus" userId="f9f180b9-8e85-4cb9-8157-099eaf5606d3" providerId="ADAL" clId="{3D553572-C24B-4613-BE4E-A03B35792FB0}" dt="2026-09-06T23:46:07.870" v="6" actId="2696"/>
          <pc:sldLayoutMkLst>
            <pc:docMk/>
            <pc:sldMasterMk cId="2463445407" sldId="2147484580"/>
            <pc:sldLayoutMk cId="3892668886" sldId="2147484630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4#1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4#2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2E337B-88FF-458C-9A67-3DC70F03AED8}" type="doc">
      <dgm:prSet loTypeId="urn:microsoft.com/office/officeart/2008/layout/VerticalCurvedList" loCatId="list" qsTypeId="urn:microsoft.com/office/officeart/2005/8/quickstyle/simple1#2" qsCatId="simple" csTypeId="urn:microsoft.com/office/officeart/2005/8/colors/accent3_4#1" csCatId="accent3" phldr="1"/>
      <dgm:spPr/>
      <dgm:t>
        <a:bodyPr/>
        <a:lstStyle/>
        <a:p>
          <a:endParaRPr lang="es-MX"/>
        </a:p>
      </dgm:t>
    </dgm:pt>
    <dgm:pt modelId="{E6711C2C-F1C6-490E-B303-A428959EE69F}">
      <dgm:prSet phldrT="[Texto]" phldr="0"/>
      <dgm:spPr/>
      <dgm:t>
        <a:bodyPr/>
        <a:lstStyle/>
        <a:p>
          <a:r>
            <a:rPr lang="es-MX" err="1"/>
            <a:t>Observabilidad</a:t>
          </a:r>
          <a:r>
            <a:rPr lang="es-MX"/>
            <a:t> &amp; Orquestación</a:t>
          </a:r>
        </a:p>
      </dgm:t>
    </dgm:pt>
    <dgm:pt modelId="{49544453-4061-4A1C-A122-6B774594A038}" type="parTrans" cxnId="{095F639C-FCD0-4F82-B217-A59B71B359A3}">
      <dgm:prSet/>
      <dgm:spPr/>
      <dgm:t>
        <a:bodyPr/>
        <a:lstStyle/>
        <a:p>
          <a:endParaRPr lang="es-MX"/>
        </a:p>
      </dgm:t>
    </dgm:pt>
    <dgm:pt modelId="{BC46F501-B414-4C7B-B039-2AB3BFE54D28}" type="sibTrans" cxnId="{095F639C-FCD0-4F82-B217-A59B71B359A3}">
      <dgm:prSet/>
      <dgm:spPr/>
      <dgm:t>
        <a:bodyPr/>
        <a:lstStyle/>
        <a:p>
          <a:endParaRPr lang="es-MX"/>
        </a:p>
      </dgm:t>
    </dgm:pt>
    <dgm:pt modelId="{95B5CB4D-6884-4700-B281-703F1A9FC670}">
      <dgm:prSet phldrT="[Texto]" custT="1"/>
      <dgm:spPr>
        <a:solidFill>
          <a:srgbClr val="196B24">
            <a:shade val="50000"/>
            <a:hueOff val="-133245"/>
            <a:satOff val="-28790"/>
            <a:lumOff val="27507"/>
            <a:alphaOff val="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661676" tIns="91440" rIns="91440" bIns="91440" numCol="1" spcCol="1270" anchor="ctr" anchorCtr="0"/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600" kern="1200">
              <a:solidFill>
                <a:prstClr val="white"/>
              </a:solidFill>
              <a:latin typeface="Helvetica Neue"/>
              <a:ea typeface="Helvetica Neue"/>
              <a:cs typeface="Helvetica Neue"/>
            </a:rPr>
            <a:t>Automatización de Soluciones</a:t>
          </a:r>
        </a:p>
      </dgm:t>
    </dgm:pt>
    <dgm:pt modelId="{4567A69D-144C-4CBB-8006-B797921A79F0}" type="parTrans" cxnId="{36A0630C-915E-4DA0-A781-24B66C95519D}">
      <dgm:prSet/>
      <dgm:spPr/>
      <dgm:t>
        <a:bodyPr/>
        <a:lstStyle/>
        <a:p>
          <a:endParaRPr lang="es-MX"/>
        </a:p>
      </dgm:t>
    </dgm:pt>
    <dgm:pt modelId="{172DAE85-BD70-4F73-AF48-FE760E98CC4C}" type="sibTrans" cxnId="{36A0630C-915E-4DA0-A781-24B66C95519D}">
      <dgm:prSet/>
      <dgm:spPr/>
      <dgm:t>
        <a:bodyPr/>
        <a:lstStyle/>
        <a:p>
          <a:endParaRPr lang="es-MX"/>
        </a:p>
      </dgm:t>
    </dgm:pt>
    <dgm:pt modelId="{66306343-372E-4B66-B0CF-A3478AF792EA}">
      <dgm:prSet phldrT="[Texto]" phldr="0"/>
      <dgm:spPr/>
      <dgm:t>
        <a:bodyPr/>
        <a:lstStyle/>
        <a:p>
          <a:r>
            <a:rPr lang="es-MX" err="1"/>
            <a:t>Habilitacion</a:t>
          </a:r>
          <a:r>
            <a:rPr lang="es-MX"/>
            <a:t> del Usuario</a:t>
          </a:r>
        </a:p>
      </dgm:t>
    </dgm:pt>
    <dgm:pt modelId="{FC317228-E50E-4017-986B-4F21FEB77301}" type="parTrans" cxnId="{77A0D877-32C3-419E-9842-795112ABDDDF}">
      <dgm:prSet/>
      <dgm:spPr/>
      <dgm:t>
        <a:bodyPr/>
        <a:lstStyle/>
        <a:p>
          <a:endParaRPr lang="es-MX"/>
        </a:p>
      </dgm:t>
    </dgm:pt>
    <dgm:pt modelId="{8D450C47-4F44-48A8-91F0-E60C0F347BFD}" type="sibTrans" cxnId="{77A0D877-32C3-419E-9842-795112ABDDDF}">
      <dgm:prSet/>
      <dgm:spPr/>
      <dgm:t>
        <a:bodyPr/>
        <a:lstStyle/>
        <a:p>
          <a:endParaRPr lang="es-MX"/>
        </a:p>
      </dgm:t>
    </dgm:pt>
    <dgm:pt modelId="{3AE452A0-F779-4F69-AF2F-E7FB1DBFA662}">
      <dgm:prSet phldrT="[Texto]" phldr="0"/>
      <dgm:spPr/>
      <dgm:t>
        <a:bodyPr/>
        <a:lstStyle/>
        <a:p>
          <a:r>
            <a:rPr lang="es-MX"/>
            <a:t>Administración Inteligente</a:t>
          </a:r>
        </a:p>
      </dgm:t>
    </dgm:pt>
    <dgm:pt modelId="{ADDD7B56-DD0E-4774-A410-7467B182DA80}" type="parTrans" cxnId="{24D7907D-5D89-4C97-AC3D-091D7123C8F5}">
      <dgm:prSet/>
      <dgm:spPr/>
      <dgm:t>
        <a:bodyPr/>
        <a:lstStyle/>
        <a:p>
          <a:endParaRPr lang="es-MX"/>
        </a:p>
      </dgm:t>
    </dgm:pt>
    <dgm:pt modelId="{EA910DA0-68CA-449F-A3EC-E3CD13744809}" type="sibTrans" cxnId="{24D7907D-5D89-4C97-AC3D-091D7123C8F5}">
      <dgm:prSet/>
      <dgm:spPr/>
      <dgm:t>
        <a:bodyPr/>
        <a:lstStyle/>
        <a:p>
          <a:endParaRPr lang="es-MX"/>
        </a:p>
      </dgm:t>
    </dgm:pt>
    <dgm:pt modelId="{BBB9EDFD-BE1F-499F-811F-7DD6AEDC9CA0}" type="pres">
      <dgm:prSet presAssocID="{F42E337B-88FF-458C-9A67-3DC70F03AED8}" presName="Name0" presStyleCnt="0">
        <dgm:presLayoutVars>
          <dgm:chMax val="7"/>
          <dgm:chPref val="7"/>
          <dgm:dir/>
        </dgm:presLayoutVars>
      </dgm:prSet>
      <dgm:spPr/>
    </dgm:pt>
    <dgm:pt modelId="{4DC790B9-BBE6-40AD-B9C1-EB71EE0C25E0}" type="pres">
      <dgm:prSet presAssocID="{F42E337B-88FF-458C-9A67-3DC70F03AED8}" presName="Name1" presStyleCnt="0"/>
      <dgm:spPr/>
    </dgm:pt>
    <dgm:pt modelId="{7B6E7307-A684-4D1D-93C1-E33F4509E8B3}" type="pres">
      <dgm:prSet presAssocID="{F42E337B-88FF-458C-9A67-3DC70F03AED8}" presName="cycle" presStyleCnt="0"/>
      <dgm:spPr/>
    </dgm:pt>
    <dgm:pt modelId="{B176D765-F5E7-498B-B0EC-DE80D550746F}" type="pres">
      <dgm:prSet presAssocID="{F42E337B-88FF-458C-9A67-3DC70F03AED8}" presName="srcNode" presStyleLbl="node1" presStyleIdx="0" presStyleCnt="4"/>
      <dgm:spPr/>
    </dgm:pt>
    <dgm:pt modelId="{9D97C5D8-222A-4598-AF32-1717C94DF885}" type="pres">
      <dgm:prSet presAssocID="{F42E337B-88FF-458C-9A67-3DC70F03AED8}" presName="conn" presStyleLbl="parChTrans1D2" presStyleIdx="0" presStyleCnt="1"/>
      <dgm:spPr/>
    </dgm:pt>
    <dgm:pt modelId="{DF612B62-7BA8-4E55-A947-EA9C31B56296}" type="pres">
      <dgm:prSet presAssocID="{F42E337B-88FF-458C-9A67-3DC70F03AED8}" presName="extraNode" presStyleLbl="node1" presStyleIdx="0" presStyleCnt="4"/>
      <dgm:spPr/>
    </dgm:pt>
    <dgm:pt modelId="{93DDE909-2FA6-480A-AB97-DA790AA7F10C}" type="pres">
      <dgm:prSet presAssocID="{F42E337B-88FF-458C-9A67-3DC70F03AED8}" presName="dstNode" presStyleLbl="node1" presStyleIdx="0" presStyleCnt="4"/>
      <dgm:spPr/>
    </dgm:pt>
    <dgm:pt modelId="{0F07C683-9CC3-474D-B11F-A0F633D20CBF}" type="pres">
      <dgm:prSet presAssocID="{E6711C2C-F1C6-490E-B303-A428959EE69F}" presName="text_1" presStyleLbl="node1" presStyleIdx="0" presStyleCnt="4">
        <dgm:presLayoutVars>
          <dgm:bulletEnabled val="1"/>
        </dgm:presLayoutVars>
      </dgm:prSet>
      <dgm:spPr/>
    </dgm:pt>
    <dgm:pt modelId="{69D097FA-5400-48AD-AE54-B36A2BC553CD}" type="pres">
      <dgm:prSet presAssocID="{E6711C2C-F1C6-490E-B303-A428959EE69F}" presName="accent_1" presStyleCnt="0"/>
      <dgm:spPr/>
    </dgm:pt>
    <dgm:pt modelId="{0E14E05B-09F7-422C-B6E6-090F1AC49416}" type="pres">
      <dgm:prSet presAssocID="{E6711C2C-F1C6-490E-B303-A428959EE69F}" presName="accentRepeatNode" presStyleLbl="solidFgAcc1" presStyleIdx="0" presStyleCnt="4"/>
      <dgm:spPr/>
    </dgm:pt>
    <dgm:pt modelId="{7C159803-69A2-4237-A927-641D9B03D51D}" type="pres">
      <dgm:prSet presAssocID="{3AE452A0-F779-4F69-AF2F-E7FB1DBFA662}" presName="text_2" presStyleLbl="node1" presStyleIdx="1" presStyleCnt="4">
        <dgm:presLayoutVars>
          <dgm:bulletEnabled val="1"/>
        </dgm:presLayoutVars>
      </dgm:prSet>
      <dgm:spPr/>
    </dgm:pt>
    <dgm:pt modelId="{11456585-C95D-4CE7-B74A-3EC883357D41}" type="pres">
      <dgm:prSet presAssocID="{3AE452A0-F779-4F69-AF2F-E7FB1DBFA662}" presName="accent_2" presStyleCnt="0"/>
      <dgm:spPr/>
    </dgm:pt>
    <dgm:pt modelId="{8A9695C1-D448-4E67-BC5E-4ECC3163415C}" type="pres">
      <dgm:prSet presAssocID="{3AE452A0-F779-4F69-AF2F-E7FB1DBFA662}" presName="accentRepeatNode" presStyleLbl="solidFgAcc1" presStyleIdx="1" presStyleCnt="4"/>
      <dgm:spPr/>
    </dgm:pt>
    <dgm:pt modelId="{7FDAB2B2-42A0-4962-8844-A36FE1A02756}" type="pres">
      <dgm:prSet presAssocID="{95B5CB4D-6884-4700-B281-703F1A9FC670}" presName="text_3" presStyleLbl="node1" presStyleIdx="2" presStyleCnt="4">
        <dgm:presLayoutVars>
          <dgm:bulletEnabled val="1"/>
        </dgm:presLayoutVars>
      </dgm:prSet>
      <dgm:spPr>
        <a:xfrm>
          <a:off x="1088431" y="2917843"/>
          <a:ext cx="6962986" cy="833607"/>
        </a:xfrm>
        <a:prstGeom prst="rect">
          <a:avLst/>
        </a:prstGeom>
      </dgm:spPr>
    </dgm:pt>
    <dgm:pt modelId="{31C1294F-FA4E-4D52-96B2-4D08B0481B85}" type="pres">
      <dgm:prSet presAssocID="{95B5CB4D-6884-4700-B281-703F1A9FC670}" presName="accent_3" presStyleCnt="0"/>
      <dgm:spPr/>
    </dgm:pt>
    <dgm:pt modelId="{282476BE-FDD3-4C79-AA65-3D44F5446695}" type="pres">
      <dgm:prSet presAssocID="{95B5CB4D-6884-4700-B281-703F1A9FC670}" presName="accentRepeatNode" presStyleLbl="solidFgAcc1" presStyleIdx="2" presStyleCnt="4"/>
      <dgm:spPr/>
    </dgm:pt>
    <dgm:pt modelId="{08E94418-BAA9-4B1C-B5E6-9167033BAABF}" type="pres">
      <dgm:prSet presAssocID="{66306343-372E-4B66-B0CF-A3478AF792EA}" presName="text_4" presStyleLbl="node1" presStyleIdx="3" presStyleCnt="4">
        <dgm:presLayoutVars>
          <dgm:bulletEnabled val="1"/>
        </dgm:presLayoutVars>
      </dgm:prSet>
      <dgm:spPr/>
    </dgm:pt>
    <dgm:pt modelId="{B2500A99-C726-46AA-AD87-6440449CDAAA}" type="pres">
      <dgm:prSet presAssocID="{66306343-372E-4B66-B0CF-A3478AF792EA}" presName="accent_4" presStyleCnt="0"/>
      <dgm:spPr/>
    </dgm:pt>
    <dgm:pt modelId="{4467C849-F717-4366-805B-8B25795BB8F3}" type="pres">
      <dgm:prSet presAssocID="{66306343-372E-4B66-B0CF-A3478AF792EA}" presName="accentRepeatNode" presStyleLbl="solidFgAcc1" presStyleIdx="3" presStyleCnt="4"/>
      <dgm:spPr/>
    </dgm:pt>
  </dgm:ptLst>
  <dgm:cxnLst>
    <dgm:cxn modelId="{36A0630C-915E-4DA0-A781-24B66C95519D}" srcId="{F42E337B-88FF-458C-9A67-3DC70F03AED8}" destId="{95B5CB4D-6884-4700-B281-703F1A9FC670}" srcOrd="2" destOrd="0" parTransId="{4567A69D-144C-4CBB-8006-B797921A79F0}" sibTransId="{172DAE85-BD70-4F73-AF48-FE760E98CC4C}"/>
    <dgm:cxn modelId="{EF62670D-E1F2-42B5-AB7E-0AE5FEE069BC}" type="presOf" srcId="{F42E337B-88FF-458C-9A67-3DC70F03AED8}" destId="{BBB9EDFD-BE1F-499F-811F-7DD6AEDC9CA0}" srcOrd="0" destOrd="0" presId="urn:microsoft.com/office/officeart/2008/layout/VerticalCurvedList"/>
    <dgm:cxn modelId="{4FB0BE0F-D256-4114-ADA4-0417829E4170}" type="presOf" srcId="{95B5CB4D-6884-4700-B281-703F1A9FC670}" destId="{7FDAB2B2-42A0-4962-8844-A36FE1A02756}" srcOrd="0" destOrd="0" presId="urn:microsoft.com/office/officeart/2008/layout/VerticalCurvedList"/>
    <dgm:cxn modelId="{71ED9E56-E960-4722-92F2-A3EC126D720D}" type="presOf" srcId="{66306343-372E-4B66-B0CF-A3478AF792EA}" destId="{08E94418-BAA9-4B1C-B5E6-9167033BAABF}" srcOrd="0" destOrd="0" presId="urn:microsoft.com/office/officeart/2008/layout/VerticalCurvedList"/>
    <dgm:cxn modelId="{77A0D877-32C3-419E-9842-795112ABDDDF}" srcId="{F42E337B-88FF-458C-9A67-3DC70F03AED8}" destId="{66306343-372E-4B66-B0CF-A3478AF792EA}" srcOrd="3" destOrd="0" parTransId="{FC317228-E50E-4017-986B-4F21FEB77301}" sibTransId="{8D450C47-4F44-48A8-91F0-E60C0F347BFD}"/>
    <dgm:cxn modelId="{29D23E58-DEF1-469C-A780-1210D84D3C00}" type="presOf" srcId="{BC46F501-B414-4C7B-B039-2AB3BFE54D28}" destId="{9D97C5D8-222A-4598-AF32-1717C94DF885}" srcOrd="0" destOrd="0" presId="urn:microsoft.com/office/officeart/2008/layout/VerticalCurvedList"/>
    <dgm:cxn modelId="{24D7907D-5D89-4C97-AC3D-091D7123C8F5}" srcId="{F42E337B-88FF-458C-9A67-3DC70F03AED8}" destId="{3AE452A0-F779-4F69-AF2F-E7FB1DBFA662}" srcOrd="1" destOrd="0" parTransId="{ADDD7B56-DD0E-4774-A410-7467B182DA80}" sibTransId="{EA910DA0-68CA-449F-A3EC-E3CD13744809}"/>
    <dgm:cxn modelId="{095F639C-FCD0-4F82-B217-A59B71B359A3}" srcId="{F42E337B-88FF-458C-9A67-3DC70F03AED8}" destId="{E6711C2C-F1C6-490E-B303-A428959EE69F}" srcOrd="0" destOrd="0" parTransId="{49544453-4061-4A1C-A122-6B774594A038}" sibTransId="{BC46F501-B414-4C7B-B039-2AB3BFE54D28}"/>
    <dgm:cxn modelId="{8FDF65E4-70F0-430E-9C14-837D2D186785}" type="presOf" srcId="{3AE452A0-F779-4F69-AF2F-E7FB1DBFA662}" destId="{7C159803-69A2-4237-A927-641D9B03D51D}" srcOrd="0" destOrd="0" presId="urn:microsoft.com/office/officeart/2008/layout/VerticalCurvedList"/>
    <dgm:cxn modelId="{D79785E8-0692-4666-B2B8-E4D8F0E0B438}" type="presOf" srcId="{E6711C2C-F1C6-490E-B303-A428959EE69F}" destId="{0F07C683-9CC3-474D-B11F-A0F633D20CBF}" srcOrd="0" destOrd="0" presId="urn:microsoft.com/office/officeart/2008/layout/VerticalCurvedList"/>
    <dgm:cxn modelId="{75DE73A9-7DD8-4C8F-BA0E-A0C6B83AA102}" type="presParOf" srcId="{BBB9EDFD-BE1F-499F-811F-7DD6AEDC9CA0}" destId="{4DC790B9-BBE6-40AD-B9C1-EB71EE0C25E0}" srcOrd="0" destOrd="0" presId="urn:microsoft.com/office/officeart/2008/layout/VerticalCurvedList"/>
    <dgm:cxn modelId="{2163198F-6DE8-4DEF-92CF-0ABB8CAE29DB}" type="presParOf" srcId="{4DC790B9-BBE6-40AD-B9C1-EB71EE0C25E0}" destId="{7B6E7307-A684-4D1D-93C1-E33F4509E8B3}" srcOrd="0" destOrd="0" presId="urn:microsoft.com/office/officeart/2008/layout/VerticalCurvedList"/>
    <dgm:cxn modelId="{F3857933-3B09-4302-9B20-4188B41C85C5}" type="presParOf" srcId="{7B6E7307-A684-4D1D-93C1-E33F4509E8B3}" destId="{B176D765-F5E7-498B-B0EC-DE80D550746F}" srcOrd="0" destOrd="0" presId="urn:microsoft.com/office/officeart/2008/layout/VerticalCurvedList"/>
    <dgm:cxn modelId="{A2625FEC-1914-4DFE-B39C-B386AEA682B1}" type="presParOf" srcId="{7B6E7307-A684-4D1D-93C1-E33F4509E8B3}" destId="{9D97C5D8-222A-4598-AF32-1717C94DF885}" srcOrd="1" destOrd="0" presId="urn:microsoft.com/office/officeart/2008/layout/VerticalCurvedList"/>
    <dgm:cxn modelId="{0800EDAA-EB04-447E-B777-126A386AB259}" type="presParOf" srcId="{7B6E7307-A684-4D1D-93C1-E33F4509E8B3}" destId="{DF612B62-7BA8-4E55-A947-EA9C31B56296}" srcOrd="2" destOrd="0" presId="urn:microsoft.com/office/officeart/2008/layout/VerticalCurvedList"/>
    <dgm:cxn modelId="{43A781BC-AD5F-4E5D-B5D7-5AD6BFD909C7}" type="presParOf" srcId="{7B6E7307-A684-4D1D-93C1-E33F4509E8B3}" destId="{93DDE909-2FA6-480A-AB97-DA790AA7F10C}" srcOrd="3" destOrd="0" presId="urn:microsoft.com/office/officeart/2008/layout/VerticalCurvedList"/>
    <dgm:cxn modelId="{49DDB40D-0722-4DB5-9ABE-F4906CB6B584}" type="presParOf" srcId="{4DC790B9-BBE6-40AD-B9C1-EB71EE0C25E0}" destId="{0F07C683-9CC3-474D-B11F-A0F633D20CBF}" srcOrd="1" destOrd="0" presId="urn:microsoft.com/office/officeart/2008/layout/VerticalCurvedList"/>
    <dgm:cxn modelId="{6028FE00-008E-4C19-BC75-2F88D133B7BB}" type="presParOf" srcId="{4DC790B9-BBE6-40AD-B9C1-EB71EE0C25E0}" destId="{69D097FA-5400-48AD-AE54-B36A2BC553CD}" srcOrd="2" destOrd="0" presId="urn:microsoft.com/office/officeart/2008/layout/VerticalCurvedList"/>
    <dgm:cxn modelId="{A76B5D6B-7D82-41EE-94A0-09B17F5E05C4}" type="presParOf" srcId="{69D097FA-5400-48AD-AE54-B36A2BC553CD}" destId="{0E14E05B-09F7-422C-B6E6-090F1AC49416}" srcOrd="0" destOrd="0" presId="urn:microsoft.com/office/officeart/2008/layout/VerticalCurvedList"/>
    <dgm:cxn modelId="{275D6DC2-07FD-4B03-9595-72B75783884C}" type="presParOf" srcId="{4DC790B9-BBE6-40AD-B9C1-EB71EE0C25E0}" destId="{7C159803-69A2-4237-A927-641D9B03D51D}" srcOrd="3" destOrd="0" presId="urn:microsoft.com/office/officeart/2008/layout/VerticalCurvedList"/>
    <dgm:cxn modelId="{DD2BCFFA-0896-462B-B08D-41BB935FEBA5}" type="presParOf" srcId="{4DC790B9-BBE6-40AD-B9C1-EB71EE0C25E0}" destId="{11456585-C95D-4CE7-B74A-3EC883357D41}" srcOrd="4" destOrd="0" presId="urn:microsoft.com/office/officeart/2008/layout/VerticalCurvedList"/>
    <dgm:cxn modelId="{BBCD5897-A6C9-47BD-98EF-44522E3FD179}" type="presParOf" srcId="{11456585-C95D-4CE7-B74A-3EC883357D41}" destId="{8A9695C1-D448-4E67-BC5E-4ECC3163415C}" srcOrd="0" destOrd="0" presId="urn:microsoft.com/office/officeart/2008/layout/VerticalCurvedList"/>
    <dgm:cxn modelId="{99C48849-8B0B-400F-82E3-8F6E838F665F}" type="presParOf" srcId="{4DC790B9-BBE6-40AD-B9C1-EB71EE0C25E0}" destId="{7FDAB2B2-42A0-4962-8844-A36FE1A02756}" srcOrd="5" destOrd="0" presId="urn:microsoft.com/office/officeart/2008/layout/VerticalCurvedList"/>
    <dgm:cxn modelId="{A31D563B-74D3-41BD-B1E1-59700F931097}" type="presParOf" srcId="{4DC790B9-BBE6-40AD-B9C1-EB71EE0C25E0}" destId="{31C1294F-FA4E-4D52-96B2-4D08B0481B85}" srcOrd="6" destOrd="0" presId="urn:microsoft.com/office/officeart/2008/layout/VerticalCurvedList"/>
    <dgm:cxn modelId="{7BB6E175-C7A8-465C-90F5-C7885314E180}" type="presParOf" srcId="{31C1294F-FA4E-4D52-96B2-4D08B0481B85}" destId="{282476BE-FDD3-4C79-AA65-3D44F5446695}" srcOrd="0" destOrd="0" presId="urn:microsoft.com/office/officeart/2008/layout/VerticalCurvedList"/>
    <dgm:cxn modelId="{F9874275-3686-4DD3-8168-ADC1067A0EE5}" type="presParOf" srcId="{4DC790B9-BBE6-40AD-B9C1-EB71EE0C25E0}" destId="{08E94418-BAA9-4B1C-B5E6-9167033BAABF}" srcOrd="7" destOrd="0" presId="urn:microsoft.com/office/officeart/2008/layout/VerticalCurvedList"/>
    <dgm:cxn modelId="{8BCE6FB1-C9D6-43AD-80FC-EE2441A5C7D5}" type="presParOf" srcId="{4DC790B9-BBE6-40AD-B9C1-EB71EE0C25E0}" destId="{B2500A99-C726-46AA-AD87-6440449CDAAA}" srcOrd="8" destOrd="0" presId="urn:microsoft.com/office/officeart/2008/layout/VerticalCurvedList"/>
    <dgm:cxn modelId="{850AA5DB-F76D-44D9-BF94-DA4F6B286CDB}" type="presParOf" srcId="{B2500A99-C726-46AA-AD87-6440449CDAAA}" destId="{4467C849-F717-4366-805B-8B25795BB8F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2E337B-88FF-458C-9A67-3DC70F03AED8}" type="doc">
      <dgm:prSet loTypeId="urn:microsoft.com/office/officeart/2008/layout/VerticalCurvedList" loCatId="list" qsTypeId="urn:microsoft.com/office/officeart/2005/8/quickstyle/simple1#3" qsCatId="simple" csTypeId="urn:microsoft.com/office/officeart/2005/8/colors/accent3_4#2" csCatId="accent3" phldr="1"/>
      <dgm:spPr/>
      <dgm:t>
        <a:bodyPr/>
        <a:lstStyle/>
        <a:p>
          <a:endParaRPr lang="es-MX"/>
        </a:p>
      </dgm:t>
    </dgm:pt>
    <dgm:pt modelId="{E6711C2C-F1C6-490E-B303-A428959EE69F}">
      <dgm:prSet phldrT="[Texto]" phldr="0"/>
      <dgm:spPr/>
      <dgm:t>
        <a:bodyPr/>
        <a:lstStyle/>
        <a:p>
          <a:r>
            <a:rPr lang="es-MX" err="1"/>
            <a:t>Observabilidad</a:t>
          </a:r>
          <a:r>
            <a:rPr lang="es-MX"/>
            <a:t> &amp; Orquestación</a:t>
          </a:r>
        </a:p>
      </dgm:t>
    </dgm:pt>
    <dgm:pt modelId="{49544453-4061-4A1C-A122-6B774594A038}" type="parTrans" cxnId="{095F639C-FCD0-4F82-B217-A59B71B359A3}">
      <dgm:prSet/>
      <dgm:spPr/>
      <dgm:t>
        <a:bodyPr/>
        <a:lstStyle/>
        <a:p>
          <a:endParaRPr lang="es-MX"/>
        </a:p>
      </dgm:t>
    </dgm:pt>
    <dgm:pt modelId="{BC46F501-B414-4C7B-B039-2AB3BFE54D28}" type="sibTrans" cxnId="{095F639C-FCD0-4F82-B217-A59B71B359A3}">
      <dgm:prSet/>
      <dgm:spPr/>
      <dgm:t>
        <a:bodyPr/>
        <a:lstStyle/>
        <a:p>
          <a:endParaRPr lang="es-MX"/>
        </a:p>
      </dgm:t>
    </dgm:pt>
    <dgm:pt modelId="{95B5CB4D-6884-4700-B281-703F1A9FC670}">
      <dgm:prSet phldrT="[Texto]" phldr="0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s-MX"/>
            <a:t>Automatización de Soluciones</a:t>
          </a:r>
        </a:p>
      </dgm:t>
    </dgm:pt>
    <dgm:pt modelId="{4567A69D-144C-4CBB-8006-B797921A79F0}" type="parTrans" cxnId="{36A0630C-915E-4DA0-A781-24B66C95519D}">
      <dgm:prSet/>
      <dgm:spPr/>
      <dgm:t>
        <a:bodyPr/>
        <a:lstStyle/>
        <a:p>
          <a:endParaRPr lang="es-MX"/>
        </a:p>
      </dgm:t>
    </dgm:pt>
    <dgm:pt modelId="{172DAE85-BD70-4F73-AF48-FE760E98CC4C}" type="sibTrans" cxnId="{36A0630C-915E-4DA0-A781-24B66C95519D}">
      <dgm:prSet/>
      <dgm:spPr/>
      <dgm:t>
        <a:bodyPr/>
        <a:lstStyle/>
        <a:p>
          <a:endParaRPr lang="es-MX"/>
        </a:p>
      </dgm:t>
    </dgm:pt>
    <dgm:pt modelId="{66306343-372E-4B66-B0CF-A3478AF792EA}">
      <dgm:prSet phldrT="[Texto]" phldr="0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s-MX" err="1"/>
            <a:t>Habilitacion</a:t>
          </a:r>
          <a:r>
            <a:rPr lang="es-MX"/>
            <a:t> del Usuario</a:t>
          </a:r>
        </a:p>
      </dgm:t>
    </dgm:pt>
    <dgm:pt modelId="{FC317228-E50E-4017-986B-4F21FEB77301}" type="parTrans" cxnId="{77A0D877-32C3-419E-9842-795112ABDDDF}">
      <dgm:prSet/>
      <dgm:spPr/>
      <dgm:t>
        <a:bodyPr/>
        <a:lstStyle/>
        <a:p>
          <a:endParaRPr lang="es-MX"/>
        </a:p>
      </dgm:t>
    </dgm:pt>
    <dgm:pt modelId="{8D450C47-4F44-48A8-91F0-E60C0F347BFD}" type="sibTrans" cxnId="{77A0D877-32C3-419E-9842-795112ABDDDF}">
      <dgm:prSet/>
      <dgm:spPr/>
      <dgm:t>
        <a:bodyPr/>
        <a:lstStyle/>
        <a:p>
          <a:endParaRPr lang="es-MX"/>
        </a:p>
      </dgm:t>
    </dgm:pt>
    <dgm:pt modelId="{3AE452A0-F779-4F69-AF2F-E7FB1DBFA662}">
      <dgm:prSet phldrT="[Texto]" phldr="0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s-MX"/>
            <a:t>Administración Inteligente</a:t>
          </a:r>
        </a:p>
      </dgm:t>
    </dgm:pt>
    <dgm:pt modelId="{ADDD7B56-DD0E-4774-A410-7467B182DA80}" type="parTrans" cxnId="{24D7907D-5D89-4C97-AC3D-091D7123C8F5}">
      <dgm:prSet/>
      <dgm:spPr/>
      <dgm:t>
        <a:bodyPr/>
        <a:lstStyle/>
        <a:p>
          <a:endParaRPr lang="es-MX"/>
        </a:p>
      </dgm:t>
    </dgm:pt>
    <dgm:pt modelId="{EA910DA0-68CA-449F-A3EC-E3CD13744809}" type="sibTrans" cxnId="{24D7907D-5D89-4C97-AC3D-091D7123C8F5}">
      <dgm:prSet/>
      <dgm:spPr/>
      <dgm:t>
        <a:bodyPr/>
        <a:lstStyle/>
        <a:p>
          <a:endParaRPr lang="es-MX"/>
        </a:p>
      </dgm:t>
    </dgm:pt>
    <dgm:pt modelId="{BBB9EDFD-BE1F-499F-811F-7DD6AEDC9CA0}" type="pres">
      <dgm:prSet presAssocID="{F42E337B-88FF-458C-9A67-3DC70F03AED8}" presName="Name0" presStyleCnt="0">
        <dgm:presLayoutVars>
          <dgm:chMax val="7"/>
          <dgm:chPref val="7"/>
          <dgm:dir/>
        </dgm:presLayoutVars>
      </dgm:prSet>
      <dgm:spPr/>
    </dgm:pt>
    <dgm:pt modelId="{4DC790B9-BBE6-40AD-B9C1-EB71EE0C25E0}" type="pres">
      <dgm:prSet presAssocID="{F42E337B-88FF-458C-9A67-3DC70F03AED8}" presName="Name1" presStyleCnt="0"/>
      <dgm:spPr/>
    </dgm:pt>
    <dgm:pt modelId="{7B6E7307-A684-4D1D-93C1-E33F4509E8B3}" type="pres">
      <dgm:prSet presAssocID="{F42E337B-88FF-458C-9A67-3DC70F03AED8}" presName="cycle" presStyleCnt="0"/>
      <dgm:spPr/>
    </dgm:pt>
    <dgm:pt modelId="{B176D765-F5E7-498B-B0EC-DE80D550746F}" type="pres">
      <dgm:prSet presAssocID="{F42E337B-88FF-458C-9A67-3DC70F03AED8}" presName="srcNode" presStyleLbl="node1" presStyleIdx="0" presStyleCnt="4"/>
      <dgm:spPr/>
    </dgm:pt>
    <dgm:pt modelId="{9D97C5D8-222A-4598-AF32-1717C94DF885}" type="pres">
      <dgm:prSet presAssocID="{F42E337B-88FF-458C-9A67-3DC70F03AED8}" presName="conn" presStyleLbl="parChTrans1D2" presStyleIdx="0" presStyleCnt="1"/>
      <dgm:spPr/>
    </dgm:pt>
    <dgm:pt modelId="{DF612B62-7BA8-4E55-A947-EA9C31B56296}" type="pres">
      <dgm:prSet presAssocID="{F42E337B-88FF-458C-9A67-3DC70F03AED8}" presName="extraNode" presStyleLbl="node1" presStyleIdx="0" presStyleCnt="4"/>
      <dgm:spPr/>
    </dgm:pt>
    <dgm:pt modelId="{93DDE909-2FA6-480A-AB97-DA790AA7F10C}" type="pres">
      <dgm:prSet presAssocID="{F42E337B-88FF-458C-9A67-3DC70F03AED8}" presName="dstNode" presStyleLbl="node1" presStyleIdx="0" presStyleCnt="4"/>
      <dgm:spPr/>
    </dgm:pt>
    <dgm:pt modelId="{0F07C683-9CC3-474D-B11F-A0F633D20CBF}" type="pres">
      <dgm:prSet presAssocID="{E6711C2C-F1C6-490E-B303-A428959EE69F}" presName="text_1" presStyleLbl="node1" presStyleIdx="0" presStyleCnt="4">
        <dgm:presLayoutVars>
          <dgm:bulletEnabled val="1"/>
        </dgm:presLayoutVars>
      </dgm:prSet>
      <dgm:spPr/>
    </dgm:pt>
    <dgm:pt modelId="{69D097FA-5400-48AD-AE54-B36A2BC553CD}" type="pres">
      <dgm:prSet presAssocID="{E6711C2C-F1C6-490E-B303-A428959EE69F}" presName="accent_1" presStyleCnt="0"/>
      <dgm:spPr/>
    </dgm:pt>
    <dgm:pt modelId="{0E14E05B-09F7-422C-B6E6-090F1AC49416}" type="pres">
      <dgm:prSet presAssocID="{E6711C2C-F1C6-490E-B303-A428959EE69F}" presName="accentRepeatNode" presStyleLbl="solidFgAcc1" presStyleIdx="0" presStyleCnt="4"/>
      <dgm:spPr/>
    </dgm:pt>
    <dgm:pt modelId="{7C159803-69A2-4237-A927-641D9B03D51D}" type="pres">
      <dgm:prSet presAssocID="{3AE452A0-F779-4F69-AF2F-E7FB1DBFA662}" presName="text_2" presStyleLbl="node1" presStyleIdx="1" presStyleCnt="4">
        <dgm:presLayoutVars>
          <dgm:bulletEnabled val="1"/>
        </dgm:presLayoutVars>
      </dgm:prSet>
      <dgm:spPr/>
    </dgm:pt>
    <dgm:pt modelId="{11456585-C95D-4CE7-B74A-3EC883357D41}" type="pres">
      <dgm:prSet presAssocID="{3AE452A0-F779-4F69-AF2F-E7FB1DBFA662}" presName="accent_2" presStyleCnt="0"/>
      <dgm:spPr/>
    </dgm:pt>
    <dgm:pt modelId="{8A9695C1-D448-4E67-BC5E-4ECC3163415C}" type="pres">
      <dgm:prSet presAssocID="{3AE452A0-F779-4F69-AF2F-E7FB1DBFA662}" presName="accentRepeatNode" presStyleLbl="solidFgAcc1" presStyleIdx="1" presStyleCnt="4"/>
      <dgm:spPr/>
    </dgm:pt>
    <dgm:pt modelId="{7FDAB2B2-42A0-4962-8844-A36FE1A02756}" type="pres">
      <dgm:prSet presAssocID="{95B5CB4D-6884-4700-B281-703F1A9FC670}" presName="text_3" presStyleLbl="node1" presStyleIdx="2" presStyleCnt="4">
        <dgm:presLayoutVars>
          <dgm:bulletEnabled val="1"/>
        </dgm:presLayoutVars>
      </dgm:prSet>
      <dgm:spPr/>
    </dgm:pt>
    <dgm:pt modelId="{31C1294F-FA4E-4D52-96B2-4D08B0481B85}" type="pres">
      <dgm:prSet presAssocID="{95B5CB4D-6884-4700-B281-703F1A9FC670}" presName="accent_3" presStyleCnt="0"/>
      <dgm:spPr/>
    </dgm:pt>
    <dgm:pt modelId="{282476BE-FDD3-4C79-AA65-3D44F5446695}" type="pres">
      <dgm:prSet presAssocID="{95B5CB4D-6884-4700-B281-703F1A9FC670}" presName="accentRepeatNode" presStyleLbl="solidFgAcc1" presStyleIdx="2" presStyleCnt="4"/>
      <dgm:spPr/>
    </dgm:pt>
    <dgm:pt modelId="{08E94418-BAA9-4B1C-B5E6-9167033BAABF}" type="pres">
      <dgm:prSet presAssocID="{66306343-372E-4B66-B0CF-A3478AF792EA}" presName="text_4" presStyleLbl="node1" presStyleIdx="3" presStyleCnt="4">
        <dgm:presLayoutVars>
          <dgm:bulletEnabled val="1"/>
        </dgm:presLayoutVars>
      </dgm:prSet>
      <dgm:spPr/>
    </dgm:pt>
    <dgm:pt modelId="{B2500A99-C726-46AA-AD87-6440449CDAAA}" type="pres">
      <dgm:prSet presAssocID="{66306343-372E-4B66-B0CF-A3478AF792EA}" presName="accent_4" presStyleCnt="0"/>
      <dgm:spPr/>
    </dgm:pt>
    <dgm:pt modelId="{4467C849-F717-4366-805B-8B25795BB8F3}" type="pres">
      <dgm:prSet presAssocID="{66306343-372E-4B66-B0CF-A3478AF792EA}" presName="accentRepeatNode" presStyleLbl="solidFgAcc1" presStyleIdx="3" presStyleCnt="4"/>
      <dgm:spPr/>
    </dgm:pt>
  </dgm:ptLst>
  <dgm:cxnLst>
    <dgm:cxn modelId="{36A0630C-915E-4DA0-A781-24B66C95519D}" srcId="{F42E337B-88FF-458C-9A67-3DC70F03AED8}" destId="{95B5CB4D-6884-4700-B281-703F1A9FC670}" srcOrd="2" destOrd="0" parTransId="{4567A69D-144C-4CBB-8006-B797921A79F0}" sibTransId="{172DAE85-BD70-4F73-AF48-FE760E98CC4C}"/>
    <dgm:cxn modelId="{EF62670D-E1F2-42B5-AB7E-0AE5FEE069BC}" type="presOf" srcId="{F42E337B-88FF-458C-9A67-3DC70F03AED8}" destId="{BBB9EDFD-BE1F-499F-811F-7DD6AEDC9CA0}" srcOrd="0" destOrd="0" presId="urn:microsoft.com/office/officeart/2008/layout/VerticalCurvedList"/>
    <dgm:cxn modelId="{4FB0BE0F-D256-4114-ADA4-0417829E4170}" type="presOf" srcId="{95B5CB4D-6884-4700-B281-703F1A9FC670}" destId="{7FDAB2B2-42A0-4962-8844-A36FE1A02756}" srcOrd="0" destOrd="0" presId="urn:microsoft.com/office/officeart/2008/layout/VerticalCurvedList"/>
    <dgm:cxn modelId="{71ED9E56-E960-4722-92F2-A3EC126D720D}" type="presOf" srcId="{66306343-372E-4B66-B0CF-A3478AF792EA}" destId="{08E94418-BAA9-4B1C-B5E6-9167033BAABF}" srcOrd="0" destOrd="0" presId="urn:microsoft.com/office/officeart/2008/layout/VerticalCurvedList"/>
    <dgm:cxn modelId="{77A0D877-32C3-419E-9842-795112ABDDDF}" srcId="{F42E337B-88FF-458C-9A67-3DC70F03AED8}" destId="{66306343-372E-4B66-B0CF-A3478AF792EA}" srcOrd="3" destOrd="0" parTransId="{FC317228-E50E-4017-986B-4F21FEB77301}" sibTransId="{8D450C47-4F44-48A8-91F0-E60C0F347BFD}"/>
    <dgm:cxn modelId="{29D23E58-DEF1-469C-A780-1210D84D3C00}" type="presOf" srcId="{BC46F501-B414-4C7B-B039-2AB3BFE54D28}" destId="{9D97C5D8-222A-4598-AF32-1717C94DF885}" srcOrd="0" destOrd="0" presId="urn:microsoft.com/office/officeart/2008/layout/VerticalCurvedList"/>
    <dgm:cxn modelId="{24D7907D-5D89-4C97-AC3D-091D7123C8F5}" srcId="{F42E337B-88FF-458C-9A67-3DC70F03AED8}" destId="{3AE452A0-F779-4F69-AF2F-E7FB1DBFA662}" srcOrd="1" destOrd="0" parTransId="{ADDD7B56-DD0E-4774-A410-7467B182DA80}" sibTransId="{EA910DA0-68CA-449F-A3EC-E3CD13744809}"/>
    <dgm:cxn modelId="{095F639C-FCD0-4F82-B217-A59B71B359A3}" srcId="{F42E337B-88FF-458C-9A67-3DC70F03AED8}" destId="{E6711C2C-F1C6-490E-B303-A428959EE69F}" srcOrd="0" destOrd="0" parTransId="{49544453-4061-4A1C-A122-6B774594A038}" sibTransId="{BC46F501-B414-4C7B-B039-2AB3BFE54D28}"/>
    <dgm:cxn modelId="{8FDF65E4-70F0-430E-9C14-837D2D186785}" type="presOf" srcId="{3AE452A0-F779-4F69-AF2F-E7FB1DBFA662}" destId="{7C159803-69A2-4237-A927-641D9B03D51D}" srcOrd="0" destOrd="0" presId="urn:microsoft.com/office/officeart/2008/layout/VerticalCurvedList"/>
    <dgm:cxn modelId="{D79785E8-0692-4666-B2B8-E4D8F0E0B438}" type="presOf" srcId="{E6711C2C-F1C6-490E-B303-A428959EE69F}" destId="{0F07C683-9CC3-474D-B11F-A0F633D20CBF}" srcOrd="0" destOrd="0" presId="urn:microsoft.com/office/officeart/2008/layout/VerticalCurvedList"/>
    <dgm:cxn modelId="{75DE73A9-7DD8-4C8F-BA0E-A0C6B83AA102}" type="presParOf" srcId="{BBB9EDFD-BE1F-499F-811F-7DD6AEDC9CA0}" destId="{4DC790B9-BBE6-40AD-B9C1-EB71EE0C25E0}" srcOrd="0" destOrd="0" presId="urn:microsoft.com/office/officeart/2008/layout/VerticalCurvedList"/>
    <dgm:cxn modelId="{2163198F-6DE8-4DEF-92CF-0ABB8CAE29DB}" type="presParOf" srcId="{4DC790B9-BBE6-40AD-B9C1-EB71EE0C25E0}" destId="{7B6E7307-A684-4D1D-93C1-E33F4509E8B3}" srcOrd="0" destOrd="0" presId="urn:microsoft.com/office/officeart/2008/layout/VerticalCurvedList"/>
    <dgm:cxn modelId="{F3857933-3B09-4302-9B20-4188B41C85C5}" type="presParOf" srcId="{7B6E7307-A684-4D1D-93C1-E33F4509E8B3}" destId="{B176D765-F5E7-498B-B0EC-DE80D550746F}" srcOrd="0" destOrd="0" presId="urn:microsoft.com/office/officeart/2008/layout/VerticalCurvedList"/>
    <dgm:cxn modelId="{A2625FEC-1914-4DFE-B39C-B386AEA682B1}" type="presParOf" srcId="{7B6E7307-A684-4D1D-93C1-E33F4509E8B3}" destId="{9D97C5D8-222A-4598-AF32-1717C94DF885}" srcOrd="1" destOrd="0" presId="urn:microsoft.com/office/officeart/2008/layout/VerticalCurvedList"/>
    <dgm:cxn modelId="{0800EDAA-EB04-447E-B777-126A386AB259}" type="presParOf" srcId="{7B6E7307-A684-4D1D-93C1-E33F4509E8B3}" destId="{DF612B62-7BA8-4E55-A947-EA9C31B56296}" srcOrd="2" destOrd="0" presId="urn:microsoft.com/office/officeart/2008/layout/VerticalCurvedList"/>
    <dgm:cxn modelId="{43A781BC-AD5F-4E5D-B5D7-5AD6BFD909C7}" type="presParOf" srcId="{7B6E7307-A684-4D1D-93C1-E33F4509E8B3}" destId="{93DDE909-2FA6-480A-AB97-DA790AA7F10C}" srcOrd="3" destOrd="0" presId="urn:microsoft.com/office/officeart/2008/layout/VerticalCurvedList"/>
    <dgm:cxn modelId="{49DDB40D-0722-4DB5-9ABE-F4906CB6B584}" type="presParOf" srcId="{4DC790B9-BBE6-40AD-B9C1-EB71EE0C25E0}" destId="{0F07C683-9CC3-474D-B11F-A0F633D20CBF}" srcOrd="1" destOrd="0" presId="urn:microsoft.com/office/officeart/2008/layout/VerticalCurvedList"/>
    <dgm:cxn modelId="{6028FE00-008E-4C19-BC75-2F88D133B7BB}" type="presParOf" srcId="{4DC790B9-BBE6-40AD-B9C1-EB71EE0C25E0}" destId="{69D097FA-5400-48AD-AE54-B36A2BC553CD}" srcOrd="2" destOrd="0" presId="urn:microsoft.com/office/officeart/2008/layout/VerticalCurvedList"/>
    <dgm:cxn modelId="{A76B5D6B-7D82-41EE-94A0-09B17F5E05C4}" type="presParOf" srcId="{69D097FA-5400-48AD-AE54-B36A2BC553CD}" destId="{0E14E05B-09F7-422C-B6E6-090F1AC49416}" srcOrd="0" destOrd="0" presId="urn:microsoft.com/office/officeart/2008/layout/VerticalCurvedList"/>
    <dgm:cxn modelId="{275D6DC2-07FD-4B03-9595-72B75783884C}" type="presParOf" srcId="{4DC790B9-BBE6-40AD-B9C1-EB71EE0C25E0}" destId="{7C159803-69A2-4237-A927-641D9B03D51D}" srcOrd="3" destOrd="0" presId="urn:microsoft.com/office/officeart/2008/layout/VerticalCurvedList"/>
    <dgm:cxn modelId="{DD2BCFFA-0896-462B-B08D-41BB935FEBA5}" type="presParOf" srcId="{4DC790B9-BBE6-40AD-B9C1-EB71EE0C25E0}" destId="{11456585-C95D-4CE7-B74A-3EC883357D41}" srcOrd="4" destOrd="0" presId="urn:microsoft.com/office/officeart/2008/layout/VerticalCurvedList"/>
    <dgm:cxn modelId="{BBCD5897-A6C9-47BD-98EF-44522E3FD179}" type="presParOf" srcId="{11456585-C95D-4CE7-B74A-3EC883357D41}" destId="{8A9695C1-D448-4E67-BC5E-4ECC3163415C}" srcOrd="0" destOrd="0" presId="urn:microsoft.com/office/officeart/2008/layout/VerticalCurvedList"/>
    <dgm:cxn modelId="{99C48849-8B0B-400F-82E3-8F6E838F665F}" type="presParOf" srcId="{4DC790B9-BBE6-40AD-B9C1-EB71EE0C25E0}" destId="{7FDAB2B2-42A0-4962-8844-A36FE1A02756}" srcOrd="5" destOrd="0" presId="urn:microsoft.com/office/officeart/2008/layout/VerticalCurvedList"/>
    <dgm:cxn modelId="{A31D563B-74D3-41BD-B1E1-59700F931097}" type="presParOf" srcId="{4DC790B9-BBE6-40AD-B9C1-EB71EE0C25E0}" destId="{31C1294F-FA4E-4D52-96B2-4D08B0481B85}" srcOrd="6" destOrd="0" presId="urn:microsoft.com/office/officeart/2008/layout/VerticalCurvedList"/>
    <dgm:cxn modelId="{7BB6E175-C7A8-465C-90F5-C7885314E180}" type="presParOf" srcId="{31C1294F-FA4E-4D52-96B2-4D08B0481B85}" destId="{282476BE-FDD3-4C79-AA65-3D44F5446695}" srcOrd="0" destOrd="0" presId="urn:microsoft.com/office/officeart/2008/layout/VerticalCurvedList"/>
    <dgm:cxn modelId="{F9874275-3686-4DD3-8168-ADC1067A0EE5}" type="presParOf" srcId="{4DC790B9-BBE6-40AD-B9C1-EB71EE0C25E0}" destId="{08E94418-BAA9-4B1C-B5E6-9167033BAABF}" srcOrd="7" destOrd="0" presId="urn:microsoft.com/office/officeart/2008/layout/VerticalCurvedList"/>
    <dgm:cxn modelId="{8BCE6FB1-C9D6-43AD-80FC-EE2441A5C7D5}" type="presParOf" srcId="{4DC790B9-BBE6-40AD-B9C1-EB71EE0C25E0}" destId="{B2500A99-C726-46AA-AD87-6440449CDAAA}" srcOrd="8" destOrd="0" presId="urn:microsoft.com/office/officeart/2008/layout/VerticalCurvedList"/>
    <dgm:cxn modelId="{850AA5DB-F76D-44D9-BF94-DA4F6B286CDB}" type="presParOf" srcId="{B2500A99-C726-46AA-AD87-6440449CDAAA}" destId="{4467C849-F717-4366-805B-8B25795BB8F3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97C5D8-222A-4598-AF32-1717C94DF885}">
      <dsp:nvSpPr>
        <dsp:cNvPr id="0" name=""/>
        <dsp:cNvSpPr/>
      </dsp:nvSpPr>
      <dsp:spPr>
        <a:xfrm>
          <a:off x="-6126981" y="-937410"/>
          <a:ext cx="7293488" cy="7293488"/>
        </a:xfrm>
        <a:prstGeom prst="blockArc">
          <a:avLst>
            <a:gd name="adj1" fmla="val 18900000"/>
            <a:gd name="adj2" fmla="val 2700000"/>
            <a:gd name="adj3" fmla="val 296"/>
          </a:avLst>
        </a:prstGeom>
        <a:noFill/>
        <a:ln w="254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07C683-9CC3-474D-B11F-A0F633D20CBF}">
      <dsp:nvSpPr>
        <dsp:cNvPr id="0" name=""/>
        <dsp:cNvSpPr/>
      </dsp:nvSpPr>
      <dsp:spPr>
        <a:xfrm>
          <a:off x="610504" y="416587"/>
          <a:ext cx="7440913" cy="833607"/>
        </a:xfrm>
        <a:prstGeom prst="rect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96520" rIns="96520" bIns="9652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800" kern="1200" err="1"/>
            <a:t>Observabilidad</a:t>
          </a:r>
          <a:r>
            <a:rPr lang="es-MX" sz="3800" kern="1200"/>
            <a:t> &amp; Orquestación</a:t>
          </a:r>
        </a:p>
      </dsp:txBody>
      <dsp:txXfrm>
        <a:off x="610504" y="416587"/>
        <a:ext cx="7440913" cy="833607"/>
      </dsp:txXfrm>
    </dsp:sp>
    <dsp:sp modelId="{0E14E05B-09F7-422C-B6E6-090F1AC49416}">
      <dsp:nvSpPr>
        <dsp:cNvPr id="0" name=""/>
        <dsp:cNvSpPr/>
      </dsp:nvSpPr>
      <dsp:spPr>
        <a:xfrm>
          <a:off x="89500" y="312386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159803-69A2-4237-A927-641D9B03D51D}">
      <dsp:nvSpPr>
        <dsp:cNvPr id="0" name=""/>
        <dsp:cNvSpPr/>
      </dsp:nvSpPr>
      <dsp:spPr>
        <a:xfrm>
          <a:off x="1088431" y="1667215"/>
          <a:ext cx="6962986" cy="833607"/>
        </a:xfrm>
        <a:prstGeom prst="rect">
          <a:avLst/>
        </a:prstGeom>
        <a:solidFill>
          <a:schemeClr val="accent3">
            <a:shade val="50000"/>
            <a:hueOff val="-133245"/>
            <a:satOff val="-28790"/>
            <a:lumOff val="2750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96520" rIns="96520" bIns="9652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800" kern="1200"/>
            <a:t>Administración Inteligente</a:t>
          </a:r>
        </a:p>
      </dsp:txBody>
      <dsp:txXfrm>
        <a:off x="1088431" y="1667215"/>
        <a:ext cx="6962986" cy="833607"/>
      </dsp:txXfrm>
    </dsp:sp>
    <dsp:sp modelId="{8A9695C1-D448-4E67-BC5E-4ECC3163415C}">
      <dsp:nvSpPr>
        <dsp:cNvPr id="0" name=""/>
        <dsp:cNvSpPr/>
      </dsp:nvSpPr>
      <dsp:spPr>
        <a:xfrm>
          <a:off x="567426" y="1563014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50000"/>
              <a:hueOff val="-133245"/>
              <a:satOff val="-28790"/>
              <a:lumOff val="2750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DAB2B2-42A0-4962-8844-A36FE1A02756}">
      <dsp:nvSpPr>
        <dsp:cNvPr id="0" name=""/>
        <dsp:cNvSpPr/>
      </dsp:nvSpPr>
      <dsp:spPr>
        <a:xfrm>
          <a:off x="1088431" y="2917843"/>
          <a:ext cx="6962986" cy="833607"/>
        </a:xfrm>
        <a:prstGeom prst="rect">
          <a:avLst/>
        </a:prstGeom>
        <a:solidFill>
          <a:srgbClr val="196B24">
            <a:shade val="50000"/>
            <a:hueOff val="-133245"/>
            <a:satOff val="-28790"/>
            <a:lumOff val="27507"/>
            <a:alphaOff val="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600" kern="1200">
              <a:solidFill>
                <a:prstClr val="white"/>
              </a:solidFill>
              <a:latin typeface="Helvetica Neue"/>
              <a:ea typeface="Helvetica Neue"/>
              <a:cs typeface="Helvetica Neue"/>
            </a:rPr>
            <a:t>Automatización de Soluciones</a:t>
          </a:r>
        </a:p>
      </dsp:txBody>
      <dsp:txXfrm>
        <a:off x="1088431" y="2917843"/>
        <a:ext cx="6962986" cy="833607"/>
      </dsp:txXfrm>
    </dsp:sp>
    <dsp:sp modelId="{282476BE-FDD3-4C79-AA65-3D44F5446695}">
      <dsp:nvSpPr>
        <dsp:cNvPr id="0" name=""/>
        <dsp:cNvSpPr/>
      </dsp:nvSpPr>
      <dsp:spPr>
        <a:xfrm>
          <a:off x="567426" y="2813642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50000"/>
              <a:hueOff val="-266491"/>
              <a:satOff val="-57579"/>
              <a:lumOff val="550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E94418-BAA9-4B1C-B5E6-9167033BAABF}">
      <dsp:nvSpPr>
        <dsp:cNvPr id="0" name=""/>
        <dsp:cNvSpPr/>
      </dsp:nvSpPr>
      <dsp:spPr>
        <a:xfrm>
          <a:off x="610504" y="4168472"/>
          <a:ext cx="7440913" cy="833607"/>
        </a:xfrm>
        <a:prstGeom prst="rect">
          <a:avLst/>
        </a:prstGeom>
        <a:solidFill>
          <a:schemeClr val="accent3">
            <a:shade val="50000"/>
            <a:hueOff val="-133245"/>
            <a:satOff val="-28790"/>
            <a:lumOff val="2750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96520" rIns="96520" bIns="9652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800" kern="1200" err="1"/>
            <a:t>Habilitacion</a:t>
          </a:r>
          <a:r>
            <a:rPr lang="es-MX" sz="3800" kern="1200"/>
            <a:t> del Usuario</a:t>
          </a:r>
        </a:p>
      </dsp:txBody>
      <dsp:txXfrm>
        <a:off x="610504" y="4168472"/>
        <a:ext cx="7440913" cy="833607"/>
      </dsp:txXfrm>
    </dsp:sp>
    <dsp:sp modelId="{4467C849-F717-4366-805B-8B25795BB8F3}">
      <dsp:nvSpPr>
        <dsp:cNvPr id="0" name=""/>
        <dsp:cNvSpPr/>
      </dsp:nvSpPr>
      <dsp:spPr>
        <a:xfrm>
          <a:off x="89500" y="4064271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50000"/>
              <a:hueOff val="-133245"/>
              <a:satOff val="-28790"/>
              <a:lumOff val="2750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97C5D8-222A-4598-AF32-1717C94DF885}">
      <dsp:nvSpPr>
        <dsp:cNvPr id="0" name=""/>
        <dsp:cNvSpPr/>
      </dsp:nvSpPr>
      <dsp:spPr>
        <a:xfrm>
          <a:off x="-6126981" y="-937410"/>
          <a:ext cx="7293488" cy="7293488"/>
        </a:xfrm>
        <a:prstGeom prst="blockArc">
          <a:avLst>
            <a:gd name="adj1" fmla="val 18900000"/>
            <a:gd name="adj2" fmla="val 2700000"/>
            <a:gd name="adj3" fmla="val 296"/>
          </a:avLst>
        </a:prstGeom>
        <a:noFill/>
        <a:ln w="254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07C683-9CC3-474D-B11F-A0F633D20CBF}">
      <dsp:nvSpPr>
        <dsp:cNvPr id="0" name=""/>
        <dsp:cNvSpPr/>
      </dsp:nvSpPr>
      <dsp:spPr>
        <a:xfrm>
          <a:off x="610504" y="416587"/>
          <a:ext cx="7440913" cy="833607"/>
        </a:xfrm>
        <a:prstGeom prst="rect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600" kern="1200" err="1"/>
            <a:t>Observabilidad</a:t>
          </a:r>
          <a:r>
            <a:rPr lang="es-MX" sz="3600" kern="1200"/>
            <a:t> &amp; Orquestación</a:t>
          </a:r>
        </a:p>
      </dsp:txBody>
      <dsp:txXfrm>
        <a:off x="610504" y="416587"/>
        <a:ext cx="7440913" cy="833607"/>
      </dsp:txXfrm>
    </dsp:sp>
    <dsp:sp modelId="{0E14E05B-09F7-422C-B6E6-090F1AC49416}">
      <dsp:nvSpPr>
        <dsp:cNvPr id="0" name=""/>
        <dsp:cNvSpPr/>
      </dsp:nvSpPr>
      <dsp:spPr>
        <a:xfrm>
          <a:off x="89500" y="312386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159803-69A2-4237-A927-641D9B03D51D}">
      <dsp:nvSpPr>
        <dsp:cNvPr id="0" name=""/>
        <dsp:cNvSpPr/>
      </dsp:nvSpPr>
      <dsp:spPr>
        <a:xfrm>
          <a:off x="1088431" y="1667215"/>
          <a:ext cx="6962986" cy="833607"/>
        </a:xfrm>
        <a:prstGeom prst="rect">
          <a:avLst/>
        </a:prstGeom>
        <a:solidFill>
          <a:schemeClr val="bg1">
            <a:lumMod val="9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600" kern="1200"/>
            <a:t>Administración Inteligente</a:t>
          </a:r>
        </a:p>
      </dsp:txBody>
      <dsp:txXfrm>
        <a:off x="1088431" y="1667215"/>
        <a:ext cx="6962986" cy="833607"/>
      </dsp:txXfrm>
    </dsp:sp>
    <dsp:sp modelId="{8A9695C1-D448-4E67-BC5E-4ECC3163415C}">
      <dsp:nvSpPr>
        <dsp:cNvPr id="0" name=""/>
        <dsp:cNvSpPr/>
      </dsp:nvSpPr>
      <dsp:spPr>
        <a:xfrm>
          <a:off x="567426" y="1563014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50000"/>
              <a:hueOff val="-133245"/>
              <a:satOff val="-28790"/>
              <a:lumOff val="2750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DAB2B2-42A0-4962-8844-A36FE1A02756}">
      <dsp:nvSpPr>
        <dsp:cNvPr id="0" name=""/>
        <dsp:cNvSpPr/>
      </dsp:nvSpPr>
      <dsp:spPr>
        <a:xfrm>
          <a:off x="1088431" y="2917843"/>
          <a:ext cx="6962986" cy="833607"/>
        </a:xfrm>
        <a:prstGeom prst="rect">
          <a:avLst/>
        </a:prstGeom>
        <a:solidFill>
          <a:schemeClr val="bg1">
            <a:lumMod val="9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600" kern="1200"/>
            <a:t>Automatización de Soluciones</a:t>
          </a:r>
        </a:p>
      </dsp:txBody>
      <dsp:txXfrm>
        <a:off x="1088431" y="2917843"/>
        <a:ext cx="6962986" cy="833607"/>
      </dsp:txXfrm>
    </dsp:sp>
    <dsp:sp modelId="{282476BE-FDD3-4C79-AA65-3D44F5446695}">
      <dsp:nvSpPr>
        <dsp:cNvPr id="0" name=""/>
        <dsp:cNvSpPr/>
      </dsp:nvSpPr>
      <dsp:spPr>
        <a:xfrm>
          <a:off x="567426" y="2813642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50000"/>
              <a:hueOff val="-266491"/>
              <a:satOff val="-57579"/>
              <a:lumOff val="550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E94418-BAA9-4B1C-B5E6-9167033BAABF}">
      <dsp:nvSpPr>
        <dsp:cNvPr id="0" name=""/>
        <dsp:cNvSpPr/>
      </dsp:nvSpPr>
      <dsp:spPr>
        <a:xfrm>
          <a:off x="610504" y="4168472"/>
          <a:ext cx="7440913" cy="833607"/>
        </a:xfrm>
        <a:prstGeom prst="rect">
          <a:avLst/>
        </a:prstGeom>
        <a:solidFill>
          <a:schemeClr val="bg1">
            <a:lumMod val="9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600" kern="1200" err="1"/>
            <a:t>Habilitacion</a:t>
          </a:r>
          <a:r>
            <a:rPr lang="es-MX" sz="3600" kern="1200"/>
            <a:t> del Usuario</a:t>
          </a:r>
        </a:p>
      </dsp:txBody>
      <dsp:txXfrm>
        <a:off x="610504" y="4168472"/>
        <a:ext cx="7440913" cy="833607"/>
      </dsp:txXfrm>
    </dsp:sp>
    <dsp:sp modelId="{4467C849-F717-4366-805B-8B25795BB8F3}">
      <dsp:nvSpPr>
        <dsp:cNvPr id="0" name=""/>
        <dsp:cNvSpPr/>
      </dsp:nvSpPr>
      <dsp:spPr>
        <a:xfrm>
          <a:off x="89500" y="4064271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50000"/>
              <a:hueOff val="-133245"/>
              <a:satOff val="-28790"/>
              <a:lumOff val="2750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2257C5-9DC9-4C96-AC91-FB2B3B79276E}" type="datetimeFigureOut">
              <a:rPr lang="es-MX" smtClean="0"/>
              <a:t>06/09/2026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7F68F-AF37-40D6-983C-C14E35076B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62676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En blanc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18.tif" descr="image18.tif"/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 flipH="1">
            <a:off x="0" y="0"/>
            <a:ext cx="12192000" cy="6858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8" name="Agrupar"/>
          <p:cNvGrpSpPr/>
          <p:nvPr/>
        </p:nvGrpSpPr>
        <p:grpSpPr>
          <a:xfrm>
            <a:off x="83762" y="73809"/>
            <a:ext cx="532607" cy="532607"/>
            <a:chOff x="-12" y="-13"/>
            <a:chExt cx="1065212" cy="1065212"/>
          </a:xfrm>
        </p:grpSpPr>
        <p:sp>
          <p:nvSpPr>
            <p:cNvPr id="47" name="Figura"/>
            <p:cNvSpPr/>
            <p:nvPr/>
          </p:nvSpPr>
          <p:spPr>
            <a:xfrm>
              <a:off x="-13" y="-14"/>
              <a:ext cx="1065213" cy="10652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71" h="20770" extrusionOk="0">
                  <a:moveTo>
                    <a:pt x="7379" y="19526"/>
                  </a:moveTo>
                  <a:lnTo>
                    <a:pt x="1244" y="13391"/>
                  </a:lnTo>
                  <a:cubicBezTo>
                    <a:pt x="-415" y="11731"/>
                    <a:pt x="-415" y="9039"/>
                    <a:pt x="1244" y="7374"/>
                  </a:cubicBezTo>
                  <a:lnTo>
                    <a:pt x="7379" y="1244"/>
                  </a:lnTo>
                  <a:cubicBezTo>
                    <a:pt x="9039" y="-415"/>
                    <a:pt x="11731" y="-415"/>
                    <a:pt x="13396" y="1244"/>
                  </a:cubicBezTo>
                  <a:lnTo>
                    <a:pt x="19526" y="7374"/>
                  </a:lnTo>
                  <a:cubicBezTo>
                    <a:pt x="21185" y="9033"/>
                    <a:pt x="21185" y="11725"/>
                    <a:pt x="19526" y="13391"/>
                  </a:cubicBezTo>
                  <a:lnTo>
                    <a:pt x="13391" y="19526"/>
                  </a:lnTo>
                  <a:cubicBezTo>
                    <a:pt x="11731" y="21185"/>
                    <a:pt x="9039" y="21185"/>
                    <a:pt x="7379" y="19526"/>
                  </a:cubicBezTo>
                  <a:close/>
                </a:path>
              </a:pathLst>
            </a:custGeom>
            <a:solidFill>
              <a:srgbClr val="5E5E5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914400">
                <a:lnSpc>
                  <a:spcPct val="80000"/>
                </a:lnSpc>
                <a:spcBef>
                  <a:spcPts val="0"/>
                </a:spcBef>
                <a:defRPr sz="39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defRPr>
              </a:pPr>
              <a:endParaRPr sz="1950"/>
            </a:p>
          </p:txBody>
        </p:sp>
        <p:grpSp>
          <p:nvGrpSpPr>
            <p:cNvPr id="57" name="Agrupar"/>
            <p:cNvGrpSpPr/>
            <p:nvPr/>
          </p:nvGrpSpPr>
          <p:grpSpPr>
            <a:xfrm>
              <a:off x="268348" y="252358"/>
              <a:ext cx="594857" cy="498096"/>
              <a:chOff x="0" y="0"/>
              <a:chExt cx="594856" cy="498095"/>
            </a:xfrm>
          </p:grpSpPr>
          <p:sp>
            <p:nvSpPr>
              <p:cNvPr id="48" name="Figura"/>
              <p:cNvSpPr/>
              <p:nvPr/>
            </p:nvSpPr>
            <p:spPr>
              <a:xfrm>
                <a:off x="10530" y="99107"/>
                <a:ext cx="153079" cy="3989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266" y="3939"/>
                    </a:moveTo>
                    <a:cubicBezTo>
                      <a:pt x="10266" y="1764"/>
                      <a:pt x="5667" y="0"/>
                      <a:pt x="0" y="0"/>
                    </a:cubicBezTo>
                    <a:lnTo>
                      <a:pt x="0" y="13313"/>
                    </a:lnTo>
                    <a:cubicBezTo>
                      <a:pt x="0" y="17875"/>
                      <a:pt x="9708" y="21600"/>
                      <a:pt x="21600" y="21600"/>
                    </a:cubicBezTo>
                    <a:lnTo>
                      <a:pt x="21600" y="17644"/>
                    </a:lnTo>
                    <a:cubicBezTo>
                      <a:pt x="15329" y="17644"/>
                      <a:pt x="10266" y="15701"/>
                      <a:pt x="10266" y="13295"/>
                    </a:cubicBezTo>
                    <a:lnTo>
                      <a:pt x="10266" y="8947"/>
                    </a:lnTo>
                    <a:lnTo>
                      <a:pt x="21600" y="8947"/>
                    </a:lnTo>
                    <a:lnTo>
                      <a:pt x="21600" y="5008"/>
                    </a:lnTo>
                    <a:lnTo>
                      <a:pt x="10266" y="5008"/>
                    </a:lnTo>
                    <a:lnTo>
                      <a:pt x="10266" y="3939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101600" tIns="101600" rIns="101600" bIns="101600" numCol="1" anchor="ctr">
                <a:noAutofit/>
              </a:bodyPr>
              <a:lstStyle/>
              <a:p>
                <a:pPr algn="ctr" defTabSz="412750">
                  <a:lnSpc>
                    <a:spcPct val="100000"/>
                  </a:lnSpc>
                  <a:spcBef>
                    <a:spcPts val="0"/>
                  </a:spcBef>
                  <a:defRPr sz="3200">
                    <a:latin typeface="Aptos SemiBold"/>
                    <a:ea typeface="Aptos SemiBold"/>
                    <a:cs typeface="Aptos SemiBold"/>
                    <a:sym typeface="Aptos SemiBold"/>
                  </a:defRPr>
                </a:pPr>
                <a:endParaRPr sz="1600"/>
              </a:p>
            </p:txBody>
          </p:sp>
          <p:sp>
            <p:nvSpPr>
              <p:cNvPr id="49" name="Figura"/>
              <p:cNvSpPr/>
              <p:nvPr/>
            </p:nvSpPr>
            <p:spPr>
              <a:xfrm>
                <a:off x="351908" y="246588"/>
                <a:ext cx="55965" cy="55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209" y="21600"/>
                    </a:moveTo>
                    <a:lnTo>
                      <a:pt x="16391" y="21600"/>
                    </a:lnTo>
                    <a:cubicBezTo>
                      <a:pt x="19313" y="21600"/>
                      <a:pt x="21600" y="19186"/>
                      <a:pt x="21600" y="16391"/>
                    </a:cubicBezTo>
                    <a:lnTo>
                      <a:pt x="21600" y="5209"/>
                    </a:lnTo>
                    <a:cubicBezTo>
                      <a:pt x="21600" y="2287"/>
                      <a:pt x="19186" y="0"/>
                      <a:pt x="16391" y="0"/>
                    </a:cubicBezTo>
                    <a:lnTo>
                      <a:pt x="5209" y="0"/>
                    </a:lnTo>
                    <a:cubicBezTo>
                      <a:pt x="2287" y="0"/>
                      <a:pt x="0" y="2414"/>
                      <a:pt x="0" y="5209"/>
                    </a:cubicBezTo>
                    <a:lnTo>
                      <a:pt x="0" y="16391"/>
                    </a:lnTo>
                    <a:cubicBezTo>
                      <a:pt x="0" y="19313"/>
                      <a:pt x="2287" y="21600"/>
                      <a:pt x="5209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101600" tIns="101600" rIns="101600" bIns="101600" numCol="1" anchor="ctr">
                <a:noAutofit/>
              </a:bodyPr>
              <a:lstStyle/>
              <a:p>
                <a:pPr algn="ctr" defTabSz="412750">
                  <a:lnSpc>
                    <a:spcPct val="100000"/>
                  </a:lnSpc>
                  <a:spcBef>
                    <a:spcPts val="0"/>
                  </a:spcBef>
                  <a:defRPr sz="3200">
                    <a:latin typeface="Aptos SemiBold"/>
                    <a:ea typeface="Aptos SemiBold"/>
                    <a:cs typeface="Aptos SemiBold"/>
                    <a:sym typeface="Aptos SemiBold"/>
                  </a:defRPr>
                </a:pPr>
                <a:endParaRPr sz="1600"/>
              </a:p>
            </p:txBody>
          </p:sp>
          <p:sp>
            <p:nvSpPr>
              <p:cNvPr id="50" name="Figura"/>
              <p:cNvSpPr/>
              <p:nvPr/>
            </p:nvSpPr>
            <p:spPr>
              <a:xfrm>
                <a:off x="351579" y="436534"/>
                <a:ext cx="57940" cy="579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832" y="0"/>
                    </a:moveTo>
                    <a:lnTo>
                      <a:pt x="5768" y="0"/>
                    </a:lnTo>
                    <a:cubicBezTo>
                      <a:pt x="2577" y="0"/>
                      <a:pt x="0" y="2577"/>
                      <a:pt x="0" y="5768"/>
                    </a:cubicBezTo>
                    <a:lnTo>
                      <a:pt x="0" y="15832"/>
                    </a:lnTo>
                    <a:cubicBezTo>
                      <a:pt x="0" y="19023"/>
                      <a:pt x="2577" y="21600"/>
                      <a:pt x="5768" y="21600"/>
                    </a:cubicBezTo>
                    <a:lnTo>
                      <a:pt x="15832" y="21600"/>
                    </a:lnTo>
                    <a:cubicBezTo>
                      <a:pt x="19023" y="21600"/>
                      <a:pt x="21600" y="19023"/>
                      <a:pt x="21600" y="15832"/>
                    </a:cubicBezTo>
                    <a:lnTo>
                      <a:pt x="21600" y="5768"/>
                    </a:lnTo>
                    <a:cubicBezTo>
                      <a:pt x="21600" y="2577"/>
                      <a:pt x="19023" y="0"/>
                      <a:pt x="15832" y="0"/>
                    </a:cubicBezTo>
                    <a:close/>
                    <a:moveTo>
                      <a:pt x="15341" y="14727"/>
                    </a:moveTo>
                    <a:cubicBezTo>
                      <a:pt x="15341" y="14973"/>
                      <a:pt x="15095" y="15218"/>
                      <a:pt x="14850" y="15218"/>
                    </a:cubicBezTo>
                    <a:lnTo>
                      <a:pt x="6995" y="15218"/>
                    </a:lnTo>
                    <a:cubicBezTo>
                      <a:pt x="6750" y="15218"/>
                      <a:pt x="6505" y="14973"/>
                      <a:pt x="6505" y="14727"/>
                    </a:cubicBezTo>
                    <a:lnTo>
                      <a:pt x="6505" y="6873"/>
                    </a:lnTo>
                    <a:cubicBezTo>
                      <a:pt x="6505" y="6627"/>
                      <a:pt x="6750" y="6382"/>
                      <a:pt x="6995" y="6382"/>
                    </a:cubicBezTo>
                    <a:lnTo>
                      <a:pt x="14850" y="6382"/>
                    </a:lnTo>
                    <a:cubicBezTo>
                      <a:pt x="15095" y="6382"/>
                      <a:pt x="15341" y="6627"/>
                      <a:pt x="15341" y="6873"/>
                    </a:cubicBezTo>
                    <a:lnTo>
                      <a:pt x="15341" y="14727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101600" tIns="101600" rIns="101600" bIns="101600" numCol="1" anchor="ctr">
                <a:noAutofit/>
              </a:bodyPr>
              <a:lstStyle/>
              <a:p>
                <a:pPr algn="ctr" defTabSz="412750">
                  <a:lnSpc>
                    <a:spcPct val="100000"/>
                  </a:lnSpc>
                  <a:spcBef>
                    <a:spcPts val="0"/>
                  </a:spcBef>
                  <a:defRPr sz="3200">
                    <a:latin typeface="Aptos SemiBold"/>
                    <a:ea typeface="Aptos SemiBold"/>
                    <a:cs typeface="Aptos SemiBold"/>
                    <a:sym typeface="Aptos SemiBold"/>
                  </a:defRPr>
                </a:pPr>
                <a:endParaRPr sz="1600"/>
              </a:p>
            </p:txBody>
          </p:sp>
          <p:sp>
            <p:nvSpPr>
              <p:cNvPr id="51" name="Figura"/>
              <p:cNvSpPr/>
              <p:nvPr/>
            </p:nvSpPr>
            <p:spPr>
              <a:xfrm>
                <a:off x="445400" y="246588"/>
                <a:ext cx="55965" cy="55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6391" y="0"/>
                    </a:moveTo>
                    <a:lnTo>
                      <a:pt x="5209" y="0"/>
                    </a:lnTo>
                    <a:cubicBezTo>
                      <a:pt x="2287" y="0"/>
                      <a:pt x="0" y="2414"/>
                      <a:pt x="0" y="5209"/>
                    </a:cubicBezTo>
                    <a:lnTo>
                      <a:pt x="0" y="16391"/>
                    </a:lnTo>
                    <a:cubicBezTo>
                      <a:pt x="0" y="19313"/>
                      <a:pt x="2414" y="21600"/>
                      <a:pt x="5209" y="21600"/>
                    </a:cubicBezTo>
                    <a:lnTo>
                      <a:pt x="16391" y="21600"/>
                    </a:lnTo>
                    <a:cubicBezTo>
                      <a:pt x="19313" y="21600"/>
                      <a:pt x="21600" y="19186"/>
                      <a:pt x="21600" y="16391"/>
                    </a:cubicBezTo>
                    <a:lnTo>
                      <a:pt x="21600" y="5209"/>
                    </a:lnTo>
                    <a:cubicBezTo>
                      <a:pt x="21600" y="2287"/>
                      <a:pt x="19313" y="0"/>
                      <a:pt x="1639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101600" tIns="101600" rIns="101600" bIns="101600" numCol="1" anchor="ctr">
                <a:noAutofit/>
              </a:bodyPr>
              <a:lstStyle/>
              <a:p>
                <a:pPr algn="ctr" defTabSz="412750">
                  <a:lnSpc>
                    <a:spcPct val="100000"/>
                  </a:lnSpc>
                  <a:spcBef>
                    <a:spcPts val="0"/>
                  </a:spcBef>
                  <a:defRPr sz="3200">
                    <a:latin typeface="Aptos SemiBold"/>
                    <a:ea typeface="Aptos SemiBold"/>
                    <a:cs typeface="Aptos SemiBold"/>
                    <a:sym typeface="Aptos SemiBold"/>
                  </a:defRPr>
                </a:pPr>
                <a:endParaRPr sz="1600"/>
              </a:p>
            </p:txBody>
          </p:sp>
          <p:sp>
            <p:nvSpPr>
              <p:cNvPr id="52" name="Figura"/>
              <p:cNvSpPr/>
              <p:nvPr/>
            </p:nvSpPr>
            <p:spPr>
              <a:xfrm>
                <a:off x="538892" y="246588"/>
                <a:ext cx="55965" cy="559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6391" y="0"/>
                    </a:moveTo>
                    <a:lnTo>
                      <a:pt x="5209" y="0"/>
                    </a:lnTo>
                    <a:cubicBezTo>
                      <a:pt x="2287" y="0"/>
                      <a:pt x="0" y="2414"/>
                      <a:pt x="0" y="5209"/>
                    </a:cubicBezTo>
                    <a:lnTo>
                      <a:pt x="0" y="16391"/>
                    </a:lnTo>
                    <a:cubicBezTo>
                      <a:pt x="0" y="19313"/>
                      <a:pt x="2414" y="21600"/>
                      <a:pt x="5209" y="21600"/>
                    </a:cubicBezTo>
                    <a:lnTo>
                      <a:pt x="16391" y="21600"/>
                    </a:lnTo>
                    <a:cubicBezTo>
                      <a:pt x="19313" y="21600"/>
                      <a:pt x="21600" y="19186"/>
                      <a:pt x="21600" y="16391"/>
                    </a:cubicBezTo>
                    <a:lnTo>
                      <a:pt x="21600" y="5209"/>
                    </a:lnTo>
                    <a:cubicBezTo>
                      <a:pt x="21600" y="2287"/>
                      <a:pt x="19313" y="0"/>
                      <a:pt x="1639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101600" tIns="101600" rIns="101600" bIns="101600" numCol="1" anchor="ctr">
                <a:noAutofit/>
              </a:bodyPr>
              <a:lstStyle/>
              <a:p>
                <a:pPr algn="ctr" defTabSz="412750">
                  <a:lnSpc>
                    <a:spcPct val="100000"/>
                  </a:lnSpc>
                  <a:spcBef>
                    <a:spcPts val="0"/>
                  </a:spcBef>
                  <a:defRPr sz="3200">
                    <a:latin typeface="Aptos SemiBold"/>
                    <a:ea typeface="Aptos SemiBold"/>
                    <a:cs typeface="Aptos SemiBold"/>
                    <a:sym typeface="Aptos SemiBold"/>
                  </a:defRPr>
                </a:pPr>
                <a:endParaRPr sz="1600"/>
              </a:p>
            </p:txBody>
          </p:sp>
          <p:sp>
            <p:nvSpPr>
              <p:cNvPr id="53" name="Figura"/>
              <p:cNvSpPr/>
              <p:nvPr/>
            </p:nvSpPr>
            <p:spPr>
              <a:xfrm>
                <a:off x="445400" y="342054"/>
                <a:ext cx="55965" cy="559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6391" y="0"/>
                    </a:moveTo>
                    <a:lnTo>
                      <a:pt x="5209" y="0"/>
                    </a:lnTo>
                    <a:cubicBezTo>
                      <a:pt x="2287" y="0"/>
                      <a:pt x="0" y="2414"/>
                      <a:pt x="0" y="5209"/>
                    </a:cubicBezTo>
                    <a:lnTo>
                      <a:pt x="0" y="16391"/>
                    </a:lnTo>
                    <a:cubicBezTo>
                      <a:pt x="0" y="19313"/>
                      <a:pt x="2414" y="21600"/>
                      <a:pt x="5209" y="21600"/>
                    </a:cubicBezTo>
                    <a:lnTo>
                      <a:pt x="16391" y="21600"/>
                    </a:lnTo>
                    <a:cubicBezTo>
                      <a:pt x="19313" y="21600"/>
                      <a:pt x="21600" y="19186"/>
                      <a:pt x="21600" y="16391"/>
                    </a:cubicBezTo>
                    <a:lnTo>
                      <a:pt x="21600" y="5209"/>
                    </a:lnTo>
                    <a:cubicBezTo>
                      <a:pt x="21600" y="2287"/>
                      <a:pt x="19313" y="0"/>
                      <a:pt x="1639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101600" tIns="101600" rIns="101600" bIns="101600" numCol="1" anchor="ctr">
                <a:noAutofit/>
              </a:bodyPr>
              <a:lstStyle/>
              <a:p>
                <a:pPr algn="ctr" defTabSz="412750">
                  <a:lnSpc>
                    <a:spcPct val="100000"/>
                  </a:lnSpc>
                  <a:spcBef>
                    <a:spcPts val="0"/>
                  </a:spcBef>
                  <a:defRPr sz="3200">
                    <a:latin typeface="Aptos SemiBold"/>
                    <a:ea typeface="Aptos SemiBold"/>
                    <a:cs typeface="Aptos SemiBold"/>
                    <a:sym typeface="Aptos SemiBold"/>
                  </a:defRPr>
                </a:pPr>
                <a:endParaRPr sz="1600"/>
              </a:p>
            </p:txBody>
          </p:sp>
          <p:sp>
            <p:nvSpPr>
              <p:cNvPr id="54" name="Figura"/>
              <p:cNvSpPr/>
              <p:nvPr/>
            </p:nvSpPr>
            <p:spPr>
              <a:xfrm>
                <a:off x="351908" y="342054"/>
                <a:ext cx="55965" cy="559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209" y="21600"/>
                    </a:moveTo>
                    <a:lnTo>
                      <a:pt x="16391" y="21600"/>
                    </a:lnTo>
                    <a:cubicBezTo>
                      <a:pt x="19313" y="21600"/>
                      <a:pt x="21600" y="19186"/>
                      <a:pt x="21600" y="16391"/>
                    </a:cubicBezTo>
                    <a:lnTo>
                      <a:pt x="21600" y="5209"/>
                    </a:lnTo>
                    <a:cubicBezTo>
                      <a:pt x="21600" y="2287"/>
                      <a:pt x="19186" y="0"/>
                      <a:pt x="16391" y="0"/>
                    </a:cubicBezTo>
                    <a:lnTo>
                      <a:pt x="5209" y="0"/>
                    </a:lnTo>
                    <a:cubicBezTo>
                      <a:pt x="2287" y="0"/>
                      <a:pt x="0" y="2414"/>
                      <a:pt x="0" y="5209"/>
                    </a:cubicBezTo>
                    <a:lnTo>
                      <a:pt x="0" y="16391"/>
                    </a:lnTo>
                    <a:cubicBezTo>
                      <a:pt x="0" y="19313"/>
                      <a:pt x="2287" y="21600"/>
                      <a:pt x="5209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101600" tIns="101600" rIns="101600" bIns="101600" numCol="1" anchor="ctr">
                <a:noAutofit/>
              </a:bodyPr>
              <a:lstStyle/>
              <a:p>
                <a:pPr algn="ctr" defTabSz="412750">
                  <a:lnSpc>
                    <a:spcPct val="100000"/>
                  </a:lnSpc>
                  <a:spcBef>
                    <a:spcPts val="0"/>
                  </a:spcBef>
                  <a:defRPr sz="3200">
                    <a:latin typeface="Aptos SemiBold"/>
                    <a:ea typeface="Aptos SemiBold"/>
                    <a:cs typeface="Aptos SemiBold"/>
                    <a:sym typeface="Aptos SemiBold"/>
                  </a:defRPr>
                </a:pPr>
                <a:endParaRPr sz="1600"/>
              </a:p>
            </p:txBody>
          </p:sp>
          <p:sp>
            <p:nvSpPr>
              <p:cNvPr id="55" name="Círculo"/>
              <p:cNvSpPr/>
              <p:nvPr/>
            </p:nvSpPr>
            <p:spPr>
              <a:xfrm>
                <a:off x="0" y="0"/>
                <a:ext cx="77699" cy="77699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101600" tIns="101600" rIns="101600" bIns="101600" numCol="1" anchor="ctr">
                <a:noAutofit/>
              </a:bodyPr>
              <a:lstStyle/>
              <a:p>
                <a:pPr algn="ctr" defTabSz="412750">
                  <a:lnSpc>
                    <a:spcPct val="100000"/>
                  </a:lnSpc>
                  <a:spcBef>
                    <a:spcPts val="0"/>
                  </a:spcBef>
                  <a:defRPr sz="3200">
                    <a:latin typeface="Aptos SemiBold"/>
                    <a:ea typeface="Aptos SemiBold"/>
                    <a:cs typeface="Aptos SemiBold"/>
                    <a:sym typeface="Aptos SemiBold"/>
                  </a:defRPr>
                </a:pPr>
                <a:endParaRPr sz="1600"/>
              </a:p>
            </p:txBody>
          </p:sp>
          <p:sp>
            <p:nvSpPr>
              <p:cNvPr id="56" name="Figura"/>
              <p:cNvSpPr/>
              <p:nvPr/>
            </p:nvSpPr>
            <p:spPr>
              <a:xfrm>
                <a:off x="176116" y="99760"/>
                <a:ext cx="140239" cy="39833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2" extrusionOk="0">
                    <a:moveTo>
                      <a:pt x="10394" y="3924"/>
                    </a:moveTo>
                    <a:lnTo>
                      <a:pt x="10394" y="6189"/>
                    </a:lnTo>
                    <a:cubicBezTo>
                      <a:pt x="7301" y="5529"/>
                      <a:pt x="3803" y="5101"/>
                      <a:pt x="0" y="4994"/>
                    </a:cubicBezTo>
                    <a:lnTo>
                      <a:pt x="0" y="8972"/>
                    </a:lnTo>
                    <a:cubicBezTo>
                      <a:pt x="5882" y="9310"/>
                      <a:pt x="10344" y="11094"/>
                      <a:pt x="10394" y="13252"/>
                    </a:cubicBezTo>
                    <a:cubicBezTo>
                      <a:pt x="10394" y="15411"/>
                      <a:pt x="5882" y="17230"/>
                      <a:pt x="0" y="17569"/>
                    </a:cubicBezTo>
                    <a:lnTo>
                      <a:pt x="0" y="21582"/>
                    </a:lnTo>
                    <a:cubicBezTo>
                      <a:pt x="4614" y="21439"/>
                      <a:pt x="8823" y="20762"/>
                      <a:pt x="12321" y="19834"/>
                    </a:cubicBezTo>
                    <a:cubicBezTo>
                      <a:pt x="14349" y="20886"/>
                      <a:pt x="17746" y="21564"/>
                      <a:pt x="21600" y="21564"/>
                    </a:cubicBezTo>
                    <a:lnTo>
                      <a:pt x="21600" y="13270"/>
                    </a:lnTo>
                    <a:cubicBezTo>
                      <a:pt x="21600" y="13270"/>
                      <a:pt x="21600" y="13252"/>
                      <a:pt x="21600" y="13252"/>
                    </a:cubicBezTo>
                    <a:cubicBezTo>
                      <a:pt x="21600" y="13252"/>
                      <a:pt x="21600" y="13235"/>
                      <a:pt x="21600" y="13235"/>
                    </a:cubicBezTo>
                    <a:lnTo>
                      <a:pt x="21600" y="0"/>
                    </a:lnTo>
                    <a:cubicBezTo>
                      <a:pt x="15465" y="-18"/>
                      <a:pt x="10394" y="1748"/>
                      <a:pt x="10394" y="39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101600" tIns="101600" rIns="101600" bIns="101600" numCol="1" anchor="ctr">
                <a:noAutofit/>
              </a:bodyPr>
              <a:lstStyle/>
              <a:p>
                <a:pPr algn="ctr" defTabSz="412750">
                  <a:lnSpc>
                    <a:spcPct val="100000"/>
                  </a:lnSpc>
                  <a:spcBef>
                    <a:spcPts val="0"/>
                  </a:spcBef>
                  <a:defRPr sz="3200">
                    <a:latin typeface="Aptos SemiBold"/>
                    <a:ea typeface="Aptos SemiBold"/>
                    <a:cs typeface="Aptos SemiBold"/>
                    <a:sym typeface="Aptos SemiBold"/>
                  </a:defRPr>
                </a:pPr>
                <a:endParaRPr sz="1600"/>
              </a:p>
            </p:txBody>
          </p:sp>
        </p:grpSp>
      </p:grpSp>
      <p:sp>
        <p:nvSpPr>
          <p:cNvPr id="59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8518635" y="6268380"/>
            <a:ext cx="218967" cy="175942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 defTabSz="1219169">
              <a:lnSpc>
                <a:spcPct val="90000"/>
              </a:lnSpc>
              <a:spcBef>
                <a:spcPts val="2250"/>
              </a:spcBef>
              <a:defRPr sz="600">
                <a:latin typeface="Aptos"/>
                <a:ea typeface="Aptos"/>
                <a:cs typeface="Aptos"/>
                <a:sym typeface="Aptos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459158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En blanc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18.tif" descr="image18.tif"/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 flipH="1">
            <a:off x="0" y="0"/>
            <a:ext cx="12192000" cy="685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79401DC-7C7A-C208-F2C9-A905FD4AAC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305281"/>
            <a:ext cx="929621" cy="511437"/>
          </a:xfrm>
          <a:prstGeom prst="rect">
            <a:avLst/>
          </a:prstGeom>
        </p:spPr>
      </p:pic>
      <p:pic>
        <p:nvPicPr>
          <p:cNvPr id="4" name="Imagen" descr="Imagen">
            <a:extLst>
              <a:ext uri="{FF2B5EF4-FFF2-40B4-BE49-F238E27FC236}">
                <a16:creationId xmlns:a16="http://schemas.microsoft.com/office/drawing/2014/main" id="{D8C1471B-BE77-5570-DA16-BF878CD5CB4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672802" y="6593578"/>
            <a:ext cx="846397" cy="211403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872D304-5681-AACA-A51D-80D4887C8483}"/>
              </a:ext>
            </a:extLst>
          </p:cNvPr>
          <p:cNvSpPr txBox="1"/>
          <p:nvPr userDrawn="1"/>
        </p:nvSpPr>
        <p:spPr>
          <a:xfrm>
            <a:off x="3901859" y="6338691"/>
            <a:ext cx="4658247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T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orre de </a:t>
            </a:r>
            <a:r>
              <a:rPr lang="es-MX" sz="120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O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peración y </a:t>
            </a:r>
            <a:r>
              <a:rPr lang="es-MX" sz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R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espuesta </a:t>
            </a:r>
            <a:r>
              <a:rPr lang="es-MX" sz="1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U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nificada de </a:t>
            </a:r>
            <a:r>
              <a:rPr lang="es-MX" sz="120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S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ervicios TI</a:t>
            </a:r>
          </a:p>
        </p:txBody>
      </p:sp>
    </p:spTree>
    <p:extLst>
      <p:ext uri="{BB962C8B-B14F-4D97-AF65-F5344CB8AC3E}">
        <p14:creationId xmlns:p14="http://schemas.microsoft.com/office/powerpoint/2010/main" val="2147836106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LETAR EL DESPLIEGUE DE PROYECT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image18.tif" descr="image18.tif"/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 flipH="1">
            <a:off x="-1" y="37986"/>
            <a:ext cx="12192000" cy="685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Imagen" descr="Imag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802" y="6593578"/>
            <a:ext cx="846397" cy="211403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Rectángulo redondeado"/>
          <p:cNvSpPr/>
          <p:nvPr/>
        </p:nvSpPr>
        <p:spPr>
          <a:xfrm>
            <a:off x="-1" y="-20532"/>
            <a:ext cx="12192002" cy="848344"/>
          </a:xfrm>
          <a:prstGeom prst="roundRect">
            <a:avLst>
              <a:gd name="adj" fmla="val 0"/>
            </a:avLst>
          </a:prstGeom>
          <a:solidFill>
            <a:srgbClr val="DDDDD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1219169">
              <a:lnSpc>
                <a:spcPct val="100000"/>
              </a:lnSpc>
              <a:spcBef>
                <a:spcPts val="0"/>
              </a:spcBef>
              <a:defRPr sz="3200" spc="-64">
                <a:latin typeface="Aptos"/>
                <a:ea typeface="Aptos"/>
                <a:cs typeface="Aptos"/>
                <a:sym typeface="Aptos"/>
              </a:defRPr>
            </a:pPr>
            <a:endParaRPr sz="1600"/>
          </a:p>
        </p:txBody>
      </p:sp>
      <p:sp>
        <p:nvSpPr>
          <p:cNvPr id="89" name="Ventas…"/>
          <p:cNvSpPr txBox="1"/>
          <p:nvPr/>
        </p:nvSpPr>
        <p:spPr>
          <a:xfrm>
            <a:off x="584359" y="116604"/>
            <a:ext cx="1403189" cy="821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ctr">
            <a:spAutoFit/>
          </a:bodyPr>
          <a:lstStyle/>
          <a:p>
            <a:pPr algn="l" defTabSz="1219169">
              <a:lnSpc>
                <a:spcPct val="80000"/>
              </a:lnSpc>
              <a:spcBef>
                <a:spcPts val="0"/>
              </a:spcBef>
              <a:defRPr sz="3100" spc="-92">
                <a:solidFill>
                  <a:srgbClr val="535353"/>
                </a:solidFill>
                <a:latin typeface="Aptos Display Bold"/>
                <a:ea typeface="Aptos Display Bold"/>
                <a:cs typeface="Aptos Display Bold"/>
                <a:sym typeface="Aptos Display Bold"/>
              </a:defRPr>
            </a:pPr>
            <a:r>
              <a:rPr lang="es-MX" sz="1550"/>
              <a:t>COMPLETAR EL DESPLIEGUE DE PROYECTOS</a:t>
            </a:r>
          </a:p>
          <a:p>
            <a:pPr algn="l" defTabSz="1219169">
              <a:lnSpc>
                <a:spcPct val="80000"/>
              </a:lnSpc>
              <a:spcBef>
                <a:spcPts val="0"/>
              </a:spcBef>
              <a:defRPr sz="3100" spc="-92">
                <a:solidFill>
                  <a:srgbClr val="535353"/>
                </a:solidFill>
                <a:latin typeface="Aptos Display Bold"/>
                <a:ea typeface="Aptos Display Bold"/>
                <a:cs typeface="Aptos Display Bold"/>
                <a:sym typeface="Aptos Display Bold"/>
              </a:defRPr>
            </a:pPr>
            <a:endParaRPr sz="1550"/>
          </a:p>
        </p:txBody>
      </p:sp>
      <p:sp>
        <p:nvSpPr>
          <p:cNvPr id="90" name="Línea"/>
          <p:cNvSpPr/>
          <p:nvPr/>
        </p:nvSpPr>
        <p:spPr>
          <a:xfrm flipV="1">
            <a:off x="1940714" y="37986"/>
            <a:ext cx="1" cy="731309"/>
          </a:xfrm>
          <a:prstGeom prst="line">
            <a:avLst/>
          </a:prstGeom>
          <a:ln w="25400">
            <a:solidFill>
              <a:srgbClr val="A7A7A7"/>
            </a:solidFill>
          </a:ln>
        </p:spPr>
        <p:txBody>
          <a:bodyPr lIns="22859" tIns="22859" rIns="22859" bIns="22859"/>
          <a:lstStyle/>
          <a:p>
            <a:pPr defTabSz="1219169"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91" name="Línea"/>
          <p:cNvSpPr/>
          <p:nvPr/>
        </p:nvSpPr>
        <p:spPr>
          <a:xfrm>
            <a:off x="10258405" y="-7062"/>
            <a:ext cx="1" cy="821403"/>
          </a:xfrm>
          <a:prstGeom prst="line">
            <a:avLst/>
          </a:prstGeom>
          <a:ln w="38100" cap="rnd">
            <a:solidFill>
              <a:srgbClr val="A7A7A7"/>
            </a:solidFill>
            <a:custDash>
              <a:ds d="100000" sp="200000"/>
            </a:custDash>
          </a:ln>
        </p:spPr>
        <p:txBody>
          <a:bodyPr lIns="22859" tIns="22859" rIns="22859" bIns="22859"/>
          <a:lstStyle/>
          <a:p>
            <a:pPr defTabSz="1219169"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92" name="Línea"/>
          <p:cNvSpPr/>
          <p:nvPr/>
        </p:nvSpPr>
        <p:spPr>
          <a:xfrm>
            <a:off x="11543038" y="-7062"/>
            <a:ext cx="1" cy="821403"/>
          </a:xfrm>
          <a:prstGeom prst="line">
            <a:avLst/>
          </a:prstGeom>
          <a:ln w="38100" cap="rnd">
            <a:solidFill>
              <a:srgbClr val="A7A7A7"/>
            </a:solidFill>
            <a:custDash>
              <a:ds d="100000" sp="200000"/>
            </a:custDash>
          </a:ln>
        </p:spPr>
        <p:txBody>
          <a:bodyPr lIns="22859" tIns="22859" rIns="22859" bIns="22859"/>
          <a:lstStyle/>
          <a:p>
            <a:pPr defTabSz="1219169"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93" name="Círculo"/>
          <p:cNvSpPr/>
          <p:nvPr/>
        </p:nvSpPr>
        <p:spPr>
          <a:xfrm>
            <a:off x="10567414" y="82754"/>
            <a:ext cx="635001" cy="635001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94" name="PÁG"/>
          <p:cNvSpPr txBox="1"/>
          <p:nvPr/>
        </p:nvSpPr>
        <p:spPr>
          <a:xfrm>
            <a:off x="11672300" y="135414"/>
            <a:ext cx="411396" cy="243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ctr" defTabSz="2438337">
              <a:lnSpc>
                <a:spcPct val="80000"/>
              </a:lnSpc>
              <a:spcBef>
                <a:spcPts val="0"/>
              </a:spcBef>
              <a:defRPr sz="3000">
                <a:solidFill>
                  <a:srgbClr val="7B7B7B"/>
                </a:solidFill>
                <a:latin typeface="Aptos Bold"/>
                <a:ea typeface="Aptos Bold"/>
                <a:cs typeface="Aptos Bold"/>
                <a:sym typeface="Aptos Bold"/>
              </a:defRPr>
            </a:lvl1pPr>
          </a:lstStyle>
          <a:p>
            <a:r>
              <a:rPr sz="1500"/>
              <a:t>PÁG</a:t>
            </a:r>
          </a:p>
        </p:txBody>
      </p:sp>
      <p:sp>
        <p:nvSpPr>
          <p:cNvPr id="99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8518634" y="6268380"/>
            <a:ext cx="218967" cy="175942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 defTabSz="1219169">
              <a:lnSpc>
                <a:spcPct val="90000"/>
              </a:lnSpc>
              <a:spcBef>
                <a:spcPts val="2250"/>
              </a:spcBef>
              <a:defRPr sz="600">
                <a:latin typeface="Aptos"/>
                <a:ea typeface="Aptos"/>
                <a:cs typeface="Aptos"/>
                <a:sym typeface="Aptos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2" name="Agrupar">
            <a:extLst>
              <a:ext uri="{FF2B5EF4-FFF2-40B4-BE49-F238E27FC236}">
                <a16:creationId xmlns:a16="http://schemas.microsoft.com/office/drawing/2014/main" id="{0ABC5E01-6300-5168-9C99-7E4CF0F51C50}"/>
              </a:ext>
            </a:extLst>
          </p:cNvPr>
          <p:cNvGrpSpPr/>
          <p:nvPr userDrawn="1"/>
        </p:nvGrpSpPr>
        <p:grpSpPr>
          <a:xfrm>
            <a:off x="87564" y="155114"/>
            <a:ext cx="490328" cy="490281"/>
            <a:chOff x="-12" y="-12"/>
            <a:chExt cx="980654" cy="980560"/>
          </a:xfrm>
        </p:grpSpPr>
        <p:sp>
          <p:nvSpPr>
            <p:cNvPr id="3" name="Figura">
              <a:extLst>
                <a:ext uri="{FF2B5EF4-FFF2-40B4-BE49-F238E27FC236}">
                  <a16:creationId xmlns:a16="http://schemas.microsoft.com/office/drawing/2014/main" id="{319418BE-BCEC-15CE-1C54-DA686EF2141E}"/>
                </a:ext>
              </a:extLst>
            </p:cNvPr>
            <p:cNvSpPr/>
            <p:nvPr/>
          </p:nvSpPr>
          <p:spPr>
            <a:xfrm>
              <a:off x="-13" y="-13"/>
              <a:ext cx="980656" cy="9805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70" h="20771" extrusionOk="0">
                  <a:moveTo>
                    <a:pt x="7379" y="19526"/>
                  </a:moveTo>
                  <a:lnTo>
                    <a:pt x="1244" y="13391"/>
                  </a:lnTo>
                  <a:cubicBezTo>
                    <a:pt x="-415" y="11731"/>
                    <a:pt x="-415" y="9039"/>
                    <a:pt x="1244" y="7374"/>
                  </a:cubicBezTo>
                  <a:lnTo>
                    <a:pt x="7379" y="1244"/>
                  </a:lnTo>
                  <a:cubicBezTo>
                    <a:pt x="9039" y="-415"/>
                    <a:pt x="11731" y="-415"/>
                    <a:pt x="13396" y="1244"/>
                  </a:cubicBezTo>
                  <a:lnTo>
                    <a:pt x="19526" y="7374"/>
                  </a:lnTo>
                  <a:cubicBezTo>
                    <a:pt x="21185" y="9033"/>
                    <a:pt x="21185" y="11725"/>
                    <a:pt x="19526" y="13391"/>
                  </a:cubicBezTo>
                  <a:lnTo>
                    <a:pt x="13391" y="19526"/>
                  </a:lnTo>
                  <a:cubicBezTo>
                    <a:pt x="11731" y="21185"/>
                    <a:pt x="9039" y="21185"/>
                    <a:pt x="7379" y="1952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AD2D19"/>
                </a:gs>
                <a:gs pos="100000">
                  <a:srgbClr val="CF3823"/>
                </a:gs>
              </a:gsLst>
              <a:lin ang="15669412" scaled="0"/>
            </a:gradFill>
            <a:ln w="12700" cap="flat">
              <a:noFill/>
              <a:miter lim="400000"/>
            </a:ln>
            <a:effectLst/>
          </p:spPr>
          <p:txBody>
            <a:bodyPr wrap="square" lIns="101600" tIns="101600" rIns="101600" bIns="101600" numCol="1" anchor="ctr">
              <a:noAutofit/>
            </a:bodyPr>
            <a:lstStyle/>
            <a:p>
              <a:pPr algn="ctr" defTabSz="41275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grpSp>
          <p:nvGrpSpPr>
            <p:cNvPr id="4" name="Agrupar">
              <a:extLst>
                <a:ext uri="{FF2B5EF4-FFF2-40B4-BE49-F238E27FC236}">
                  <a16:creationId xmlns:a16="http://schemas.microsoft.com/office/drawing/2014/main" id="{71D2CEF9-6E91-224A-7801-2EB8578AA291}"/>
                </a:ext>
              </a:extLst>
            </p:cNvPr>
            <p:cNvGrpSpPr/>
            <p:nvPr/>
          </p:nvGrpSpPr>
          <p:grpSpPr>
            <a:xfrm>
              <a:off x="232122" y="234296"/>
              <a:ext cx="516386" cy="512038"/>
              <a:chOff x="0" y="0"/>
              <a:chExt cx="516385" cy="512037"/>
            </a:xfrm>
          </p:grpSpPr>
          <p:sp>
            <p:nvSpPr>
              <p:cNvPr id="5" name="Figura">
                <a:extLst>
                  <a:ext uri="{FF2B5EF4-FFF2-40B4-BE49-F238E27FC236}">
                    <a16:creationId xmlns:a16="http://schemas.microsoft.com/office/drawing/2014/main" id="{17C8961E-8CF3-AE3E-4D25-FC026B6F7E38}"/>
                  </a:ext>
                </a:extLst>
              </p:cNvPr>
              <p:cNvSpPr/>
              <p:nvPr/>
            </p:nvSpPr>
            <p:spPr>
              <a:xfrm>
                <a:off x="38048" y="79358"/>
                <a:ext cx="440831" cy="3533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792" y="19473"/>
                    </a:moveTo>
                    <a:cubicBezTo>
                      <a:pt x="5993" y="19473"/>
                      <a:pt x="5273" y="19074"/>
                      <a:pt x="4714" y="18443"/>
                    </a:cubicBezTo>
                    <a:cubicBezTo>
                      <a:pt x="5327" y="17778"/>
                      <a:pt x="5753" y="16815"/>
                      <a:pt x="5753" y="15718"/>
                    </a:cubicBezTo>
                    <a:cubicBezTo>
                      <a:pt x="5753" y="14588"/>
                      <a:pt x="5327" y="13591"/>
                      <a:pt x="4688" y="12960"/>
                    </a:cubicBezTo>
                    <a:cubicBezTo>
                      <a:pt x="5247" y="12295"/>
                      <a:pt x="5993" y="11897"/>
                      <a:pt x="6818" y="11897"/>
                    </a:cubicBezTo>
                    <a:lnTo>
                      <a:pt x="14808" y="11897"/>
                    </a:lnTo>
                    <a:cubicBezTo>
                      <a:pt x="16380" y="11897"/>
                      <a:pt x="17765" y="10933"/>
                      <a:pt x="18644" y="9471"/>
                    </a:cubicBezTo>
                    <a:cubicBezTo>
                      <a:pt x="18670" y="9471"/>
                      <a:pt x="18697" y="9471"/>
                      <a:pt x="18724" y="9471"/>
                    </a:cubicBezTo>
                    <a:cubicBezTo>
                      <a:pt x="20295" y="9471"/>
                      <a:pt x="21600" y="7876"/>
                      <a:pt x="21600" y="5882"/>
                    </a:cubicBezTo>
                    <a:cubicBezTo>
                      <a:pt x="21600" y="3888"/>
                      <a:pt x="20322" y="2293"/>
                      <a:pt x="18724" y="2293"/>
                    </a:cubicBezTo>
                    <a:cubicBezTo>
                      <a:pt x="18670" y="2293"/>
                      <a:pt x="18644" y="2293"/>
                      <a:pt x="18590" y="2326"/>
                    </a:cubicBezTo>
                    <a:cubicBezTo>
                      <a:pt x="17711" y="897"/>
                      <a:pt x="16353" y="0"/>
                      <a:pt x="14808" y="0"/>
                    </a:cubicBezTo>
                    <a:lnTo>
                      <a:pt x="9295" y="0"/>
                    </a:lnTo>
                    <a:cubicBezTo>
                      <a:pt x="9348" y="366"/>
                      <a:pt x="9348" y="698"/>
                      <a:pt x="9348" y="1063"/>
                    </a:cubicBezTo>
                    <a:cubicBezTo>
                      <a:pt x="9348" y="1429"/>
                      <a:pt x="9322" y="1794"/>
                      <a:pt x="9295" y="2127"/>
                    </a:cubicBezTo>
                    <a:lnTo>
                      <a:pt x="14782" y="2127"/>
                    </a:lnTo>
                    <a:cubicBezTo>
                      <a:pt x="15581" y="2127"/>
                      <a:pt x="16300" y="2526"/>
                      <a:pt x="16859" y="3157"/>
                    </a:cubicBezTo>
                    <a:cubicBezTo>
                      <a:pt x="16247" y="3822"/>
                      <a:pt x="15820" y="4785"/>
                      <a:pt x="15820" y="5882"/>
                    </a:cubicBezTo>
                    <a:cubicBezTo>
                      <a:pt x="15820" y="7012"/>
                      <a:pt x="16247" y="8009"/>
                      <a:pt x="16886" y="8640"/>
                    </a:cubicBezTo>
                    <a:cubicBezTo>
                      <a:pt x="16327" y="9305"/>
                      <a:pt x="15581" y="9703"/>
                      <a:pt x="14782" y="9703"/>
                    </a:cubicBezTo>
                    <a:lnTo>
                      <a:pt x="6792" y="9703"/>
                    </a:lnTo>
                    <a:cubicBezTo>
                      <a:pt x="5220" y="9703"/>
                      <a:pt x="3835" y="10667"/>
                      <a:pt x="2956" y="12129"/>
                    </a:cubicBezTo>
                    <a:cubicBezTo>
                      <a:pt x="2930" y="12129"/>
                      <a:pt x="2903" y="12129"/>
                      <a:pt x="2876" y="12129"/>
                    </a:cubicBezTo>
                    <a:cubicBezTo>
                      <a:pt x="1305" y="12129"/>
                      <a:pt x="0" y="13724"/>
                      <a:pt x="0" y="15718"/>
                    </a:cubicBezTo>
                    <a:cubicBezTo>
                      <a:pt x="0" y="17679"/>
                      <a:pt x="1278" y="19307"/>
                      <a:pt x="2876" y="19307"/>
                    </a:cubicBezTo>
                    <a:cubicBezTo>
                      <a:pt x="2930" y="19307"/>
                      <a:pt x="2956" y="19307"/>
                      <a:pt x="3010" y="19274"/>
                    </a:cubicBezTo>
                    <a:cubicBezTo>
                      <a:pt x="3889" y="20703"/>
                      <a:pt x="5247" y="21600"/>
                      <a:pt x="6792" y="21600"/>
                    </a:cubicBezTo>
                    <a:lnTo>
                      <a:pt x="12278" y="21600"/>
                    </a:lnTo>
                    <a:cubicBezTo>
                      <a:pt x="12225" y="21234"/>
                      <a:pt x="12225" y="20902"/>
                      <a:pt x="12225" y="20537"/>
                    </a:cubicBezTo>
                    <a:cubicBezTo>
                      <a:pt x="12225" y="20171"/>
                      <a:pt x="12252" y="19806"/>
                      <a:pt x="12278" y="19473"/>
                    </a:cubicBezTo>
                    <a:lnTo>
                      <a:pt x="6792" y="19473"/>
                    </a:lnTo>
                    <a:close/>
                    <a:moveTo>
                      <a:pt x="19842" y="5882"/>
                    </a:moveTo>
                    <a:cubicBezTo>
                      <a:pt x="19842" y="6679"/>
                      <a:pt x="19336" y="7311"/>
                      <a:pt x="18697" y="7311"/>
                    </a:cubicBezTo>
                    <a:cubicBezTo>
                      <a:pt x="18058" y="7311"/>
                      <a:pt x="17552" y="6679"/>
                      <a:pt x="17552" y="5882"/>
                    </a:cubicBezTo>
                    <a:cubicBezTo>
                      <a:pt x="17552" y="5084"/>
                      <a:pt x="18058" y="4453"/>
                      <a:pt x="18697" y="4453"/>
                    </a:cubicBezTo>
                    <a:cubicBezTo>
                      <a:pt x="19336" y="4453"/>
                      <a:pt x="19842" y="5084"/>
                      <a:pt x="19842" y="5882"/>
                    </a:cubicBezTo>
                    <a:close/>
                    <a:moveTo>
                      <a:pt x="1731" y="15718"/>
                    </a:moveTo>
                    <a:cubicBezTo>
                      <a:pt x="1731" y="14921"/>
                      <a:pt x="2237" y="14289"/>
                      <a:pt x="2876" y="14289"/>
                    </a:cubicBezTo>
                    <a:cubicBezTo>
                      <a:pt x="3516" y="14289"/>
                      <a:pt x="4022" y="14921"/>
                      <a:pt x="4022" y="15718"/>
                    </a:cubicBezTo>
                    <a:cubicBezTo>
                      <a:pt x="4022" y="16516"/>
                      <a:pt x="3516" y="17147"/>
                      <a:pt x="2876" y="17147"/>
                    </a:cubicBezTo>
                    <a:cubicBezTo>
                      <a:pt x="2237" y="17147"/>
                      <a:pt x="1731" y="16516"/>
                      <a:pt x="1731" y="15718"/>
                    </a:cubicBezTo>
                    <a:close/>
                  </a:path>
                </a:pathLst>
              </a:custGeom>
              <a:solidFill>
                <a:srgbClr val="F1F1F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101600" tIns="101600" rIns="101600" bIns="101600" numCol="1" anchor="ctr">
                <a:noAutofit/>
              </a:bodyPr>
              <a:lstStyle/>
              <a:p>
                <a:pPr algn="ctr" defTabSz="41275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6" name="Figura">
                <a:extLst>
                  <a:ext uri="{FF2B5EF4-FFF2-40B4-BE49-F238E27FC236}">
                    <a16:creationId xmlns:a16="http://schemas.microsoft.com/office/drawing/2014/main" id="{E6D1EC1B-40F7-ED68-DE77-7E4E079E62D1}"/>
                  </a:ext>
                </a:extLst>
              </p:cNvPr>
              <p:cNvSpPr/>
              <p:nvPr/>
            </p:nvSpPr>
            <p:spPr>
              <a:xfrm>
                <a:off x="-1" y="-1"/>
                <a:ext cx="193511" cy="1935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4854"/>
                      <a:pt x="16746" y="0"/>
                      <a:pt x="10800" y="0"/>
                    </a:cubicBezTo>
                    <a:cubicBezTo>
                      <a:pt x="4854" y="0"/>
                      <a:pt x="0" y="4854"/>
                      <a:pt x="0" y="10800"/>
                    </a:cubicBezTo>
                    <a:cubicBezTo>
                      <a:pt x="0" y="16746"/>
                      <a:pt x="4854" y="21600"/>
                      <a:pt x="10800" y="21600"/>
                    </a:cubicBezTo>
                    <a:cubicBezTo>
                      <a:pt x="16746" y="21600"/>
                      <a:pt x="21600" y="16746"/>
                      <a:pt x="21600" y="10800"/>
                    </a:cubicBezTo>
                    <a:close/>
                    <a:moveTo>
                      <a:pt x="10315" y="14865"/>
                    </a:moveTo>
                    <a:lnTo>
                      <a:pt x="10315" y="12499"/>
                    </a:lnTo>
                    <a:lnTo>
                      <a:pt x="4915" y="12499"/>
                    </a:lnTo>
                    <a:cubicBezTo>
                      <a:pt x="4551" y="12499"/>
                      <a:pt x="4247" y="12196"/>
                      <a:pt x="4247" y="11831"/>
                    </a:cubicBezTo>
                    <a:lnTo>
                      <a:pt x="4247" y="9587"/>
                    </a:lnTo>
                    <a:cubicBezTo>
                      <a:pt x="4247" y="9222"/>
                      <a:pt x="4551" y="8919"/>
                      <a:pt x="4915" y="8919"/>
                    </a:cubicBezTo>
                    <a:lnTo>
                      <a:pt x="10315" y="8919"/>
                    </a:lnTo>
                    <a:lnTo>
                      <a:pt x="10315" y="6553"/>
                    </a:lnTo>
                    <a:cubicBezTo>
                      <a:pt x="10315" y="6067"/>
                      <a:pt x="10861" y="5764"/>
                      <a:pt x="11285" y="6067"/>
                    </a:cubicBezTo>
                    <a:lnTo>
                      <a:pt x="17049" y="10193"/>
                    </a:lnTo>
                    <a:cubicBezTo>
                      <a:pt x="17413" y="10436"/>
                      <a:pt x="17413" y="10982"/>
                      <a:pt x="17049" y="11225"/>
                    </a:cubicBezTo>
                    <a:lnTo>
                      <a:pt x="11285" y="15351"/>
                    </a:lnTo>
                    <a:cubicBezTo>
                      <a:pt x="10861" y="15715"/>
                      <a:pt x="10315" y="15411"/>
                      <a:pt x="10315" y="14865"/>
                    </a:cubicBezTo>
                    <a:close/>
                  </a:path>
                </a:pathLst>
              </a:custGeom>
              <a:solidFill>
                <a:srgbClr val="F1F1F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101600" tIns="101600" rIns="101600" bIns="101600" numCol="1" anchor="ctr">
                <a:noAutofit/>
              </a:bodyPr>
              <a:lstStyle/>
              <a:p>
                <a:pPr algn="ctr" defTabSz="41275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7" name="Figura">
                <a:extLst>
                  <a:ext uri="{FF2B5EF4-FFF2-40B4-BE49-F238E27FC236}">
                    <a16:creationId xmlns:a16="http://schemas.microsoft.com/office/drawing/2014/main" id="{2DB48C9C-F4F1-B14D-C5EC-6EE63675DA02}"/>
                  </a:ext>
                </a:extLst>
              </p:cNvPr>
              <p:cNvSpPr/>
              <p:nvPr/>
            </p:nvSpPr>
            <p:spPr>
              <a:xfrm>
                <a:off x="322873" y="318525"/>
                <a:ext cx="193512" cy="1935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4854" y="0"/>
                      <a:pt x="0" y="4854"/>
                      <a:pt x="0" y="10800"/>
                    </a:cubicBezTo>
                    <a:cubicBezTo>
                      <a:pt x="0" y="16746"/>
                      <a:pt x="4854" y="21600"/>
                      <a:pt x="10800" y="21600"/>
                    </a:cubicBezTo>
                    <a:cubicBezTo>
                      <a:pt x="16746" y="21600"/>
                      <a:pt x="21600" y="16746"/>
                      <a:pt x="21600" y="10800"/>
                    </a:cubicBezTo>
                    <a:cubicBezTo>
                      <a:pt x="21600" y="4854"/>
                      <a:pt x="16746" y="0"/>
                      <a:pt x="10800" y="0"/>
                    </a:cubicBezTo>
                    <a:close/>
                    <a:moveTo>
                      <a:pt x="15836" y="9222"/>
                    </a:moveTo>
                    <a:lnTo>
                      <a:pt x="10557" y="14501"/>
                    </a:lnTo>
                    <a:cubicBezTo>
                      <a:pt x="10254" y="14804"/>
                      <a:pt x="9890" y="14926"/>
                      <a:pt x="9465" y="14926"/>
                    </a:cubicBezTo>
                    <a:cubicBezTo>
                      <a:pt x="9101" y="14926"/>
                      <a:pt x="8676" y="14804"/>
                      <a:pt x="8373" y="14501"/>
                    </a:cubicBezTo>
                    <a:lnTo>
                      <a:pt x="5764" y="11892"/>
                    </a:lnTo>
                    <a:cubicBezTo>
                      <a:pt x="5157" y="11285"/>
                      <a:pt x="5157" y="10315"/>
                      <a:pt x="5764" y="9769"/>
                    </a:cubicBezTo>
                    <a:cubicBezTo>
                      <a:pt x="6371" y="9162"/>
                      <a:pt x="7342" y="9162"/>
                      <a:pt x="7888" y="9769"/>
                    </a:cubicBezTo>
                    <a:lnTo>
                      <a:pt x="9465" y="11346"/>
                    </a:lnTo>
                    <a:lnTo>
                      <a:pt x="13652" y="7160"/>
                    </a:lnTo>
                    <a:cubicBezTo>
                      <a:pt x="14258" y="6553"/>
                      <a:pt x="15229" y="6553"/>
                      <a:pt x="15775" y="7160"/>
                    </a:cubicBezTo>
                    <a:cubicBezTo>
                      <a:pt x="16382" y="7706"/>
                      <a:pt x="16382" y="8676"/>
                      <a:pt x="15836" y="9222"/>
                    </a:cubicBezTo>
                    <a:close/>
                  </a:path>
                </a:pathLst>
              </a:custGeom>
              <a:solidFill>
                <a:srgbClr val="F1F1F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101600" tIns="101600" rIns="101600" bIns="101600" numCol="1" anchor="ctr">
                <a:noAutofit/>
              </a:bodyPr>
              <a:lstStyle/>
              <a:p>
                <a:pPr algn="ctr" defTabSz="41275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</p:grpSp>
      </p:grpSp>
      <p:grpSp>
        <p:nvGrpSpPr>
          <p:cNvPr id="14" name="Agrupar">
            <a:extLst>
              <a:ext uri="{FF2B5EF4-FFF2-40B4-BE49-F238E27FC236}">
                <a16:creationId xmlns:a16="http://schemas.microsoft.com/office/drawing/2014/main" id="{836FB714-F09F-5FAC-71EA-EB7E766A43F4}"/>
              </a:ext>
            </a:extLst>
          </p:cNvPr>
          <p:cNvGrpSpPr/>
          <p:nvPr userDrawn="1"/>
        </p:nvGrpSpPr>
        <p:grpSpPr>
          <a:xfrm>
            <a:off x="4990146" y="2123762"/>
            <a:ext cx="2211709" cy="2193086"/>
            <a:chOff x="0" y="0"/>
            <a:chExt cx="4423417" cy="4386171"/>
          </a:xfrm>
        </p:grpSpPr>
        <p:sp>
          <p:nvSpPr>
            <p:cNvPr id="15" name="Figura">
              <a:extLst>
                <a:ext uri="{FF2B5EF4-FFF2-40B4-BE49-F238E27FC236}">
                  <a16:creationId xmlns:a16="http://schemas.microsoft.com/office/drawing/2014/main" id="{11BAC44B-0995-B9C7-97B2-73D7CE34EEC3}"/>
                </a:ext>
              </a:extLst>
            </p:cNvPr>
            <p:cNvSpPr/>
            <p:nvPr/>
          </p:nvSpPr>
          <p:spPr>
            <a:xfrm>
              <a:off x="325932" y="679802"/>
              <a:ext cx="3776205" cy="30265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792" y="19473"/>
                  </a:moveTo>
                  <a:cubicBezTo>
                    <a:pt x="5993" y="19473"/>
                    <a:pt x="5273" y="19074"/>
                    <a:pt x="4714" y="18443"/>
                  </a:cubicBezTo>
                  <a:cubicBezTo>
                    <a:pt x="5327" y="17778"/>
                    <a:pt x="5753" y="16815"/>
                    <a:pt x="5753" y="15718"/>
                  </a:cubicBezTo>
                  <a:cubicBezTo>
                    <a:pt x="5753" y="14588"/>
                    <a:pt x="5327" y="13591"/>
                    <a:pt x="4688" y="12960"/>
                  </a:cubicBezTo>
                  <a:cubicBezTo>
                    <a:pt x="5247" y="12295"/>
                    <a:pt x="5993" y="11897"/>
                    <a:pt x="6818" y="11897"/>
                  </a:cubicBezTo>
                  <a:lnTo>
                    <a:pt x="14808" y="11897"/>
                  </a:lnTo>
                  <a:cubicBezTo>
                    <a:pt x="16380" y="11897"/>
                    <a:pt x="17765" y="10933"/>
                    <a:pt x="18644" y="9471"/>
                  </a:cubicBezTo>
                  <a:cubicBezTo>
                    <a:pt x="18670" y="9471"/>
                    <a:pt x="18697" y="9471"/>
                    <a:pt x="18724" y="9471"/>
                  </a:cubicBezTo>
                  <a:cubicBezTo>
                    <a:pt x="20295" y="9471"/>
                    <a:pt x="21600" y="7876"/>
                    <a:pt x="21600" y="5882"/>
                  </a:cubicBezTo>
                  <a:cubicBezTo>
                    <a:pt x="21600" y="3888"/>
                    <a:pt x="20322" y="2293"/>
                    <a:pt x="18724" y="2293"/>
                  </a:cubicBezTo>
                  <a:cubicBezTo>
                    <a:pt x="18670" y="2293"/>
                    <a:pt x="18644" y="2293"/>
                    <a:pt x="18590" y="2326"/>
                  </a:cubicBezTo>
                  <a:cubicBezTo>
                    <a:pt x="17711" y="897"/>
                    <a:pt x="16353" y="0"/>
                    <a:pt x="14808" y="0"/>
                  </a:cubicBezTo>
                  <a:lnTo>
                    <a:pt x="9295" y="0"/>
                  </a:lnTo>
                  <a:cubicBezTo>
                    <a:pt x="9348" y="366"/>
                    <a:pt x="9348" y="698"/>
                    <a:pt x="9348" y="1063"/>
                  </a:cubicBezTo>
                  <a:cubicBezTo>
                    <a:pt x="9348" y="1429"/>
                    <a:pt x="9322" y="1794"/>
                    <a:pt x="9295" y="2127"/>
                  </a:cubicBezTo>
                  <a:lnTo>
                    <a:pt x="14782" y="2127"/>
                  </a:lnTo>
                  <a:cubicBezTo>
                    <a:pt x="15581" y="2127"/>
                    <a:pt x="16300" y="2526"/>
                    <a:pt x="16859" y="3157"/>
                  </a:cubicBezTo>
                  <a:cubicBezTo>
                    <a:pt x="16247" y="3822"/>
                    <a:pt x="15820" y="4785"/>
                    <a:pt x="15820" y="5882"/>
                  </a:cubicBezTo>
                  <a:cubicBezTo>
                    <a:pt x="15820" y="7012"/>
                    <a:pt x="16247" y="8009"/>
                    <a:pt x="16886" y="8640"/>
                  </a:cubicBezTo>
                  <a:cubicBezTo>
                    <a:pt x="16327" y="9305"/>
                    <a:pt x="15581" y="9703"/>
                    <a:pt x="14782" y="9703"/>
                  </a:cubicBezTo>
                  <a:lnTo>
                    <a:pt x="6792" y="9703"/>
                  </a:lnTo>
                  <a:cubicBezTo>
                    <a:pt x="5220" y="9703"/>
                    <a:pt x="3835" y="10667"/>
                    <a:pt x="2956" y="12129"/>
                  </a:cubicBezTo>
                  <a:cubicBezTo>
                    <a:pt x="2930" y="12129"/>
                    <a:pt x="2903" y="12129"/>
                    <a:pt x="2876" y="12129"/>
                  </a:cubicBezTo>
                  <a:cubicBezTo>
                    <a:pt x="1305" y="12129"/>
                    <a:pt x="0" y="13724"/>
                    <a:pt x="0" y="15718"/>
                  </a:cubicBezTo>
                  <a:cubicBezTo>
                    <a:pt x="0" y="17679"/>
                    <a:pt x="1278" y="19307"/>
                    <a:pt x="2876" y="19307"/>
                  </a:cubicBezTo>
                  <a:cubicBezTo>
                    <a:pt x="2930" y="19307"/>
                    <a:pt x="2956" y="19307"/>
                    <a:pt x="3010" y="19274"/>
                  </a:cubicBezTo>
                  <a:cubicBezTo>
                    <a:pt x="3889" y="20703"/>
                    <a:pt x="5247" y="21600"/>
                    <a:pt x="6792" y="21600"/>
                  </a:cubicBezTo>
                  <a:lnTo>
                    <a:pt x="12278" y="21600"/>
                  </a:lnTo>
                  <a:cubicBezTo>
                    <a:pt x="12225" y="21234"/>
                    <a:pt x="12225" y="20902"/>
                    <a:pt x="12225" y="20537"/>
                  </a:cubicBezTo>
                  <a:cubicBezTo>
                    <a:pt x="12225" y="20171"/>
                    <a:pt x="12252" y="19806"/>
                    <a:pt x="12278" y="19473"/>
                  </a:cubicBezTo>
                  <a:lnTo>
                    <a:pt x="6792" y="19473"/>
                  </a:lnTo>
                  <a:close/>
                  <a:moveTo>
                    <a:pt x="19842" y="5882"/>
                  </a:moveTo>
                  <a:cubicBezTo>
                    <a:pt x="19842" y="6679"/>
                    <a:pt x="19336" y="7311"/>
                    <a:pt x="18697" y="7311"/>
                  </a:cubicBezTo>
                  <a:cubicBezTo>
                    <a:pt x="18058" y="7311"/>
                    <a:pt x="17552" y="6679"/>
                    <a:pt x="17552" y="5882"/>
                  </a:cubicBezTo>
                  <a:cubicBezTo>
                    <a:pt x="17552" y="5084"/>
                    <a:pt x="18058" y="4453"/>
                    <a:pt x="18697" y="4453"/>
                  </a:cubicBezTo>
                  <a:cubicBezTo>
                    <a:pt x="19336" y="4453"/>
                    <a:pt x="19842" y="5084"/>
                    <a:pt x="19842" y="5882"/>
                  </a:cubicBezTo>
                  <a:close/>
                  <a:moveTo>
                    <a:pt x="1731" y="15718"/>
                  </a:moveTo>
                  <a:cubicBezTo>
                    <a:pt x="1731" y="14921"/>
                    <a:pt x="2237" y="14289"/>
                    <a:pt x="2876" y="14289"/>
                  </a:cubicBezTo>
                  <a:cubicBezTo>
                    <a:pt x="3516" y="14289"/>
                    <a:pt x="4022" y="14921"/>
                    <a:pt x="4022" y="15718"/>
                  </a:cubicBezTo>
                  <a:cubicBezTo>
                    <a:pt x="4022" y="16516"/>
                    <a:pt x="3516" y="17147"/>
                    <a:pt x="2876" y="17147"/>
                  </a:cubicBezTo>
                  <a:cubicBezTo>
                    <a:pt x="2237" y="17147"/>
                    <a:pt x="1731" y="16516"/>
                    <a:pt x="1731" y="15718"/>
                  </a:cubicBezTo>
                  <a:close/>
                </a:path>
              </a:pathLst>
            </a:custGeom>
            <a:solidFill>
              <a:srgbClr val="F6F6F6"/>
            </a:solidFill>
            <a:ln w="12700" cap="flat">
              <a:noFill/>
              <a:miter lim="400000"/>
            </a:ln>
            <a:effectLst/>
          </p:spPr>
          <p:txBody>
            <a:bodyPr wrap="square" lIns="101600" tIns="101600" rIns="101600" bIns="101600" numCol="1" anchor="ctr">
              <a:noAutofit/>
            </a:bodyPr>
            <a:lstStyle/>
            <a:p>
              <a:pPr algn="ctr" defTabSz="41275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16" name="Figura">
              <a:extLst>
                <a:ext uri="{FF2B5EF4-FFF2-40B4-BE49-F238E27FC236}">
                  <a16:creationId xmlns:a16="http://schemas.microsoft.com/office/drawing/2014/main" id="{F107E2A6-1909-FE6D-0DA0-99184DB2646A}"/>
                </a:ext>
              </a:extLst>
            </p:cNvPr>
            <p:cNvSpPr/>
            <p:nvPr/>
          </p:nvSpPr>
          <p:spPr>
            <a:xfrm>
              <a:off x="0" y="0"/>
              <a:ext cx="1657627" cy="16576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4854"/>
                    <a:pt x="16746" y="0"/>
                    <a:pt x="10800" y="0"/>
                  </a:cubicBezTo>
                  <a:cubicBezTo>
                    <a:pt x="4854" y="0"/>
                    <a:pt x="0" y="4854"/>
                    <a:pt x="0" y="10800"/>
                  </a:cubicBezTo>
                  <a:cubicBezTo>
                    <a:pt x="0" y="16746"/>
                    <a:pt x="4854" y="21600"/>
                    <a:pt x="10800" y="21600"/>
                  </a:cubicBezTo>
                  <a:cubicBezTo>
                    <a:pt x="16746" y="21600"/>
                    <a:pt x="21600" y="16746"/>
                    <a:pt x="21600" y="10800"/>
                  </a:cubicBezTo>
                  <a:close/>
                  <a:moveTo>
                    <a:pt x="10315" y="14865"/>
                  </a:moveTo>
                  <a:lnTo>
                    <a:pt x="10315" y="12499"/>
                  </a:lnTo>
                  <a:lnTo>
                    <a:pt x="4915" y="12499"/>
                  </a:lnTo>
                  <a:cubicBezTo>
                    <a:pt x="4551" y="12499"/>
                    <a:pt x="4247" y="12196"/>
                    <a:pt x="4247" y="11831"/>
                  </a:cubicBezTo>
                  <a:lnTo>
                    <a:pt x="4247" y="9587"/>
                  </a:lnTo>
                  <a:cubicBezTo>
                    <a:pt x="4247" y="9222"/>
                    <a:pt x="4551" y="8919"/>
                    <a:pt x="4915" y="8919"/>
                  </a:cubicBezTo>
                  <a:lnTo>
                    <a:pt x="10315" y="8919"/>
                  </a:lnTo>
                  <a:lnTo>
                    <a:pt x="10315" y="6553"/>
                  </a:lnTo>
                  <a:cubicBezTo>
                    <a:pt x="10315" y="6067"/>
                    <a:pt x="10861" y="5764"/>
                    <a:pt x="11285" y="6067"/>
                  </a:cubicBezTo>
                  <a:lnTo>
                    <a:pt x="17049" y="10193"/>
                  </a:lnTo>
                  <a:cubicBezTo>
                    <a:pt x="17413" y="10436"/>
                    <a:pt x="17413" y="10982"/>
                    <a:pt x="17049" y="11225"/>
                  </a:cubicBezTo>
                  <a:lnTo>
                    <a:pt x="11285" y="15351"/>
                  </a:lnTo>
                  <a:cubicBezTo>
                    <a:pt x="10861" y="15715"/>
                    <a:pt x="10315" y="15411"/>
                    <a:pt x="10315" y="14865"/>
                  </a:cubicBezTo>
                  <a:close/>
                </a:path>
              </a:pathLst>
            </a:custGeom>
            <a:solidFill>
              <a:srgbClr val="F6F6F6"/>
            </a:solidFill>
            <a:ln w="12700" cap="flat">
              <a:noFill/>
              <a:miter lim="400000"/>
            </a:ln>
            <a:effectLst/>
          </p:spPr>
          <p:txBody>
            <a:bodyPr wrap="square" lIns="101600" tIns="101600" rIns="101600" bIns="101600" numCol="1" anchor="ctr">
              <a:noAutofit/>
            </a:bodyPr>
            <a:lstStyle/>
            <a:p>
              <a:pPr algn="ctr" defTabSz="41275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17" name="Figura">
              <a:extLst>
                <a:ext uri="{FF2B5EF4-FFF2-40B4-BE49-F238E27FC236}">
                  <a16:creationId xmlns:a16="http://schemas.microsoft.com/office/drawing/2014/main" id="{14B0CCF2-422C-8C77-A927-1724E2B8F294}"/>
                </a:ext>
              </a:extLst>
            </p:cNvPr>
            <p:cNvSpPr/>
            <p:nvPr/>
          </p:nvSpPr>
          <p:spPr>
            <a:xfrm>
              <a:off x="2765779" y="2728533"/>
              <a:ext cx="1657639" cy="16576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4854" y="0"/>
                    <a:pt x="0" y="4854"/>
                    <a:pt x="0" y="10800"/>
                  </a:cubicBezTo>
                  <a:cubicBezTo>
                    <a:pt x="0" y="16746"/>
                    <a:pt x="4854" y="21600"/>
                    <a:pt x="10800" y="21600"/>
                  </a:cubicBezTo>
                  <a:cubicBezTo>
                    <a:pt x="16746" y="21600"/>
                    <a:pt x="21600" y="16746"/>
                    <a:pt x="21600" y="10800"/>
                  </a:cubicBezTo>
                  <a:cubicBezTo>
                    <a:pt x="21600" y="4854"/>
                    <a:pt x="16746" y="0"/>
                    <a:pt x="10800" y="0"/>
                  </a:cubicBezTo>
                  <a:close/>
                  <a:moveTo>
                    <a:pt x="15836" y="9222"/>
                  </a:moveTo>
                  <a:lnTo>
                    <a:pt x="10557" y="14501"/>
                  </a:lnTo>
                  <a:cubicBezTo>
                    <a:pt x="10254" y="14804"/>
                    <a:pt x="9890" y="14926"/>
                    <a:pt x="9465" y="14926"/>
                  </a:cubicBezTo>
                  <a:cubicBezTo>
                    <a:pt x="9101" y="14926"/>
                    <a:pt x="8676" y="14804"/>
                    <a:pt x="8373" y="14501"/>
                  </a:cubicBezTo>
                  <a:lnTo>
                    <a:pt x="5764" y="11892"/>
                  </a:lnTo>
                  <a:cubicBezTo>
                    <a:pt x="5157" y="11285"/>
                    <a:pt x="5157" y="10315"/>
                    <a:pt x="5764" y="9769"/>
                  </a:cubicBezTo>
                  <a:cubicBezTo>
                    <a:pt x="6371" y="9162"/>
                    <a:pt x="7342" y="9162"/>
                    <a:pt x="7888" y="9769"/>
                  </a:cubicBezTo>
                  <a:lnTo>
                    <a:pt x="9465" y="11346"/>
                  </a:lnTo>
                  <a:lnTo>
                    <a:pt x="13652" y="7160"/>
                  </a:lnTo>
                  <a:cubicBezTo>
                    <a:pt x="14258" y="6553"/>
                    <a:pt x="15229" y="6553"/>
                    <a:pt x="15775" y="7160"/>
                  </a:cubicBezTo>
                  <a:cubicBezTo>
                    <a:pt x="16382" y="7706"/>
                    <a:pt x="16382" y="8676"/>
                    <a:pt x="15836" y="9222"/>
                  </a:cubicBezTo>
                  <a:close/>
                </a:path>
              </a:pathLst>
            </a:custGeom>
            <a:solidFill>
              <a:srgbClr val="F6F6F6"/>
            </a:solidFill>
            <a:ln w="12700" cap="flat">
              <a:noFill/>
              <a:miter lim="400000"/>
            </a:ln>
            <a:effectLst/>
          </p:spPr>
          <p:txBody>
            <a:bodyPr wrap="square" lIns="101600" tIns="101600" rIns="101600" bIns="101600" numCol="1" anchor="ctr">
              <a:noAutofit/>
            </a:bodyPr>
            <a:lstStyle/>
            <a:p>
              <a:pPr algn="ctr" defTabSz="41275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2938E646-3A11-0EBD-2660-7B70CC3229F2}"/>
              </a:ext>
            </a:extLst>
          </p:cNvPr>
          <p:cNvSpPr txBox="1"/>
          <p:nvPr userDrawn="1"/>
        </p:nvSpPr>
        <p:spPr>
          <a:xfrm>
            <a:off x="3901859" y="6338691"/>
            <a:ext cx="4658247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T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orre de </a:t>
            </a:r>
            <a:r>
              <a:rPr lang="es-MX" sz="120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O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peración y </a:t>
            </a:r>
            <a:r>
              <a:rPr lang="es-MX" sz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R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espuesta </a:t>
            </a:r>
            <a:r>
              <a:rPr lang="es-MX" sz="1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U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nificada de </a:t>
            </a:r>
            <a:r>
              <a:rPr lang="es-MX" sz="120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S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ervicios TI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CF2B6DE-A317-4707-78DA-DCC07B203B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encilSketch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305281"/>
            <a:ext cx="929621" cy="51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70228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ROGRAMA NORMANDI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image18.tif" descr="image18.tif"/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 flipH="1">
            <a:off x="0" y="0"/>
            <a:ext cx="12192000" cy="685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Imagen" descr="Imag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802" y="6593578"/>
            <a:ext cx="846397" cy="211403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Rectángulo redondeado"/>
          <p:cNvSpPr/>
          <p:nvPr/>
        </p:nvSpPr>
        <p:spPr>
          <a:xfrm>
            <a:off x="-1" y="-20532"/>
            <a:ext cx="12192002" cy="848344"/>
          </a:xfrm>
          <a:prstGeom prst="roundRect">
            <a:avLst>
              <a:gd name="adj" fmla="val 0"/>
            </a:avLst>
          </a:prstGeom>
          <a:solidFill>
            <a:srgbClr val="DDDDD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1219169">
              <a:lnSpc>
                <a:spcPct val="100000"/>
              </a:lnSpc>
              <a:spcBef>
                <a:spcPts val="0"/>
              </a:spcBef>
              <a:defRPr sz="3200" spc="-64">
                <a:latin typeface="Aptos"/>
                <a:ea typeface="Aptos"/>
                <a:cs typeface="Aptos"/>
                <a:sym typeface="Aptos"/>
              </a:defRPr>
            </a:pPr>
            <a:endParaRPr sz="1600"/>
          </a:p>
        </p:txBody>
      </p:sp>
      <p:sp>
        <p:nvSpPr>
          <p:cNvPr id="109" name="Ventas…"/>
          <p:cNvSpPr txBox="1"/>
          <p:nvPr/>
        </p:nvSpPr>
        <p:spPr>
          <a:xfrm>
            <a:off x="770832" y="176530"/>
            <a:ext cx="1191576" cy="440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ctr">
            <a:spAutoFit/>
          </a:bodyPr>
          <a:lstStyle/>
          <a:p>
            <a:pPr defTabSz="1219169">
              <a:lnSpc>
                <a:spcPct val="80000"/>
              </a:lnSpc>
              <a:spcBef>
                <a:spcPts val="0"/>
              </a:spcBef>
              <a:defRPr sz="3100" spc="-92">
                <a:solidFill>
                  <a:srgbClr val="535353"/>
                </a:solidFill>
                <a:latin typeface="Aptos Display Bold"/>
                <a:ea typeface="Aptos Display Bold"/>
                <a:cs typeface="Aptos Display Bold"/>
                <a:sym typeface="Aptos Display Bold"/>
              </a:defRPr>
            </a:pPr>
            <a:r>
              <a:rPr lang="es-MX" sz="1550"/>
              <a:t>PROGRAMA NORMANDIA</a:t>
            </a:r>
          </a:p>
        </p:txBody>
      </p:sp>
      <p:sp>
        <p:nvSpPr>
          <p:cNvPr id="110" name="Línea"/>
          <p:cNvSpPr/>
          <p:nvPr/>
        </p:nvSpPr>
        <p:spPr>
          <a:xfrm flipV="1">
            <a:off x="1940714" y="37986"/>
            <a:ext cx="1" cy="731309"/>
          </a:xfrm>
          <a:prstGeom prst="line">
            <a:avLst/>
          </a:prstGeom>
          <a:ln w="25400">
            <a:solidFill>
              <a:srgbClr val="A7A7A7"/>
            </a:solidFill>
          </a:ln>
        </p:spPr>
        <p:txBody>
          <a:bodyPr lIns="22859" tIns="22859" rIns="22859" bIns="22859"/>
          <a:lstStyle/>
          <a:p>
            <a:pPr defTabSz="1219169"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111" name="Línea"/>
          <p:cNvSpPr/>
          <p:nvPr/>
        </p:nvSpPr>
        <p:spPr>
          <a:xfrm>
            <a:off x="10258405" y="-7062"/>
            <a:ext cx="1" cy="821403"/>
          </a:xfrm>
          <a:prstGeom prst="line">
            <a:avLst/>
          </a:prstGeom>
          <a:ln w="38100" cap="rnd">
            <a:solidFill>
              <a:srgbClr val="A7A7A7"/>
            </a:solidFill>
            <a:custDash>
              <a:ds d="100000" sp="200000"/>
            </a:custDash>
          </a:ln>
        </p:spPr>
        <p:txBody>
          <a:bodyPr lIns="22859" tIns="22859" rIns="22859" bIns="22859"/>
          <a:lstStyle/>
          <a:p>
            <a:pPr defTabSz="1219169"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112" name="Línea"/>
          <p:cNvSpPr/>
          <p:nvPr/>
        </p:nvSpPr>
        <p:spPr>
          <a:xfrm>
            <a:off x="11543038" y="-7062"/>
            <a:ext cx="1" cy="821403"/>
          </a:xfrm>
          <a:prstGeom prst="line">
            <a:avLst/>
          </a:prstGeom>
          <a:ln w="38100" cap="rnd">
            <a:solidFill>
              <a:srgbClr val="A7A7A7"/>
            </a:solidFill>
            <a:custDash>
              <a:ds d="100000" sp="200000"/>
            </a:custDash>
          </a:ln>
        </p:spPr>
        <p:txBody>
          <a:bodyPr lIns="22859" tIns="22859" rIns="22859" bIns="22859"/>
          <a:lstStyle/>
          <a:p>
            <a:pPr defTabSz="1219169"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113" name="Círculo"/>
          <p:cNvSpPr/>
          <p:nvPr/>
        </p:nvSpPr>
        <p:spPr>
          <a:xfrm>
            <a:off x="10567414" y="82754"/>
            <a:ext cx="635001" cy="635001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4" name="PÁG"/>
          <p:cNvSpPr txBox="1"/>
          <p:nvPr/>
        </p:nvSpPr>
        <p:spPr>
          <a:xfrm>
            <a:off x="11672300" y="135414"/>
            <a:ext cx="411396" cy="243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ctr" defTabSz="2438337">
              <a:lnSpc>
                <a:spcPct val="80000"/>
              </a:lnSpc>
              <a:spcBef>
                <a:spcPts val="0"/>
              </a:spcBef>
              <a:defRPr sz="3000">
                <a:solidFill>
                  <a:srgbClr val="7B7B7B"/>
                </a:solidFill>
                <a:latin typeface="Aptos Bold"/>
                <a:ea typeface="Aptos Bold"/>
                <a:cs typeface="Aptos Bold"/>
                <a:sym typeface="Aptos Bold"/>
              </a:defRPr>
            </a:lvl1pPr>
          </a:lstStyle>
          <a:p>
            <a:r>
              <a:rPr sz="1500"/>
              <a:t>PÁG</a:t>
            </a:r>
          </a:p>
        </p:txBody>
      </p:sp>
      <p:sp>
        <p:nvSpPr>
          <p:cNvPr id="125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8518634" y="6268380"/>
            <a:ext cx="218967" cy="175942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 defTabSz="1219169">
              <a:lnSpc>
                <a:spcPct val="90000"/>
              </a:lnSpc>
              <a:spcBef>
                <a:spcPts val="2250"/>
              </a:spcBef>
              <a:defRPr sz="600">
                <a:latin typeface="Aptos"/>
                <a:ea typeface="Aptos"/>
                <a:cs typeface="Aptos"/>
                <a:sym typeface="Aptos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08F81B35-CBD8-6901-917E-27E76746078D}"/>
              </a:ext>
            </a:extLst>
          </p:cNvPr>
          <p:cNvGrpSpPr/>
          <p:nvPr userDrawn="1"/>
        </p:nvGrpSpPr>
        <p:grpSpPr>
          <a:xfrm>
            <a:off x="84242" y="176514"/>
            <a:ext cx="516278" cy="474744"/>
            <a:chOff x="8947733" y="3095278"/>
            <a:chExt cx="6488533" cy="6487907"/>
          </a:xfrm>
        </p:grpSpPr>
        <p:sp>
          <p:nvSpPr>
            <p:cNvPr id="3" name="Figura">
              <a:extLst>
                <a:ext uri="{FF2B5EF4-FFF2-40B4-BE49-F238E27FC236}">
                  <a16:creationId xmlns:a16="http://schemas.microsoft.com/office/drawing/2014/main" id="{5BFE0796-9A6A-E5E0-6411-D2D583E61C18}"/>
                </a:ext>
              </a:extLst>
            </p:cNvPr>
            <p:cNvSpPr/>
            <p:nvPr/>
          </p:nvSpPr>
          <p:spPr>
            <a:xfrm>
              <a:off x="8947733" y="3095278"/>
              <a:ext cx="6488533" cy="64879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71" h="20771" extrusionOk="0">
                  <a:moveTo>
                    <a:pt x="7379" y="19526"/>
                  </a:moveTo>
                  <a:lnTo>
                    <a:pt x="1244" y="13391"/>
                  </a:lnTo>
                  <a:cubicBezTo>
                    <a:pt x="-415" y="11731"/>
                    <a:pt x="-415" y="9039"/>
                    <a:pt x="1244" y="7374"/>
                  </a:cubicBezTo>
                  <a:lnTo>
                    <a:pt x="7379" y="1244"/>
                  </a:lnTo>
                  <a:cubicBezTo>
                    <a:pt x="9039" y="-415"/>
                    <a:pt x="11731" y="-415"/>
                    <a:pt x="13396" y="1244"/>
                  </a:cubicBezTo>
                  <a:lnTo>
                    <a:pt x="19526" y="7374"/>
                  </a:lnTo>
                  <a:cubicBezTo>
                    <a:pt x="21185" y="9033"/>
                    <a:pt x="21185" y="11725"/>
                    <a:pt x="19526" y="13391"/>
                  </a:cubicBezTo>
                  <a:lnTo>
                    <a:pt x="13391" y="19526"/>
                  </a:lnTo>
                  <a:cubicBezTo>
                    <a:pt x="11731" y="21185"/>
                    <a:pt x="9039" y="21185"/>
                    <a:pt x="7379" y="1952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AD2D19"/>
                </a:gs>
                <a:gs pos="100000">
                  <a:srgbClr val="CF3823"/>
                </a:gs>
              </a:gsLst>
              <a:lin ang="15669412" scaled="0"/>
            </a:gradFill>
            <a:ln w="12700" cap="flat">
              <a:noFill/>
              <a:miter lim="400000"/>
            </a:ln>
            <a:effectLst/>
          </p:spPr>
          <p:txBody>
            <a:bodyPr wrap="square" lIns="101600" tIns="101600" rIns="101600" bIns="101600" numCol="1" anchor="ctr">
              <a:noAutofit/>
            </a:bodyPr>
            <a:lstStyle/>
            <a:p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es-MX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4" name="Gráfico 3" descr="Aula de clases con relleno sólido">
              <a:extLst>
                <a:ext uri="{FF2B5EF4-FFF2-40B4-BE49-F238E27FC236}">
                  <a16:creationId xmlns:a16="http://schemas.microsoft.com/office/drawing/2014/main" id="{61122D96-39E8-8B19-286F-588D9BD5F5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347157" y="4384546"/>
              <a:ext cx="3777917" cy="3777917"/>
            </a:xfrm>
            <a:prstGeom prst="rect">
              <a:avLst/>
            </a:prstGeom>
          </p:spPr>
        </p:pic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34827A07-74F7-E43F-BABD-F5DE4087A0C4}"/>
              </a:ext>
            </a:extLst>
          </p:cNvPr>
          <p:cNvGrpSpPr/>
          <p:nvPr userDrawn="1"/>
        </p:nvGrpSpPr>
        <p:grpSpPr>
          <a:xfrm>
            <a:off x="4473867" y="1547639"/>
            <a:ext cx="3244267" cy="3243954"/>
            <a:chOff x="8947733" y="3095278"/>
            <a:chExt cx="6488533" cy="6487907"/>
          </a:xfrm>
        </p:grpSpPr>
        <p:sp>
          <p:nvSpPr>
            <p:cNvPr id="6" name="Figura">
              <a:extLst>
                <a:ext uri="{FF2B5EF4-FFF2-40B4-BE49-F238E27FC236}">
                  <a16:creationId xmlns:a16="http://schemas.microsoft.com/office/drawing/2014/main" id="{6B7FF119-8192-3AE6-AC4E-51B888C39ADE}"/>
                </a:ext>
              </a:extLst>
            </p:cNvPr>
            <p:cNvSpPr/>
            <p:nvPr/>
          </p:nvSpPr>
          <p:spPr>
            <a:xfrm>
              <a:off x="8947733" y="3095278"/>
              <a:ext cx="6488533" cy="64879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71" h="20771" extrusionOk="0">
                  <a:moveTo>
                    <a:pt x="7379" y="19526"/>
                  </a:moveTo>
                  <a:lnTo>
                    <a:pt x="1244" y="13391"/>
                  </a:lnTo>
                  <a:cubicBezTo>
                    <a:pt x="-415" y="11731"/>
                    <a:pt x="-415" y="9039"/>
                    <a:pt x="1244" y="7374"/>
                  </a:cubicBezTo>
                  <a:lnTo>
                    <a:pt x="7379" y="1244"/>
                  </a:lnTo>
                  <a:cubicBezTo>
                    <a:pt x="9039" y="-415"/>
                    <a:pt x="11731" y="-415"/>
                    <a:pt x="13396" y="1244"/>
                  </a:cubicBezTo>
                  <a:lnTo>
                    <a:pt x="19526" y="7374"/>
                  </a:lnTo>
                  <a:cubicBezTo>
                    <a:pt x="21185" y="9033"/>
                    <a:pt x="21185" y="11725"/>
                    <a:pt x="19526" y="13391"/>
                  </a:cubicBezTo>
                  <a:lnTo>
                    <a:pt x="13391" y="19526"/>
                  </a:lnTo>
                  <a:cubicBezTo>
                    <a:pt x="11731" y="21185"/>
                    <a:pt x="9039" y="21185"/>
                    <a:pt x="7379" y="19526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01600" tIns="101600" rIns="101600" bIns="101600" numCol="1" anchor="ctr">
              <a:noAutofit/>
            </a:bodyPr>
            <a:lstStyle/>
            <a:p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es-MX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7" name="Gráfico 6" descr="Aula de clases con relleno sólido">
              <a:extLst>
                <a:ext uri="{FF2B5EF4-FFF2-40B4-BE49-F238E27FC236}">
                  <a16:creationId xmlns:a16="http://schemas.microsoft.com/office/drawing/2014/main" id="{BB307CB9-4E43-994A-DD4E-6D487C2410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347157" y="4384546"/>
              <a:ext cx="3777917" cy="3777917"/>
            </a:xfrm>
            <a:prstGeom prst="rect">
              <a:avLst/>
            </a:prstGeom>
          </p:spPr>
        </p:pic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B1AB9E78-DFDE-494B-BCCE-8A5850953D0E}"/>
              </a:ext>
            </a:extLst>
          </p:cNvPr>
          <p:cNvSpPr txBox="1"/>
          <p:nvPr userDrawn="1"/>
        </p:nvSpPr>
        <p:spPr>
          <a:xfrm>
            <a:off x="3901859" y="6338691"/>
            <a:ext cx="4658247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T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orre de </a:t>
            </a:r>
            <a:r>
              <a:rPr lang="es-MX" sz="120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O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peración y </a:t>
            </a:r>
            <a:r>
              <a:rPr lang="es-MX" sz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R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espuesta </a:t>
            </a:r>
            <a:r>
              <a:rPr lang="es-MX" sz="1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U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nificada de </a:t>
            </a:r>
            <a:r>
              <a:rPr lang="es-MX" sz="120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S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ervicios TI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959801C-B27C-BB96-9B1C-F6D252EF26D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encilSketch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305281"/>
            <a:ext cx="929621" cy="51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981492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EXPERIENCIA DEL CLIENTE SORIAN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image18.tif" descr="image18.tif"/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 flipH="1">
            <a:off x="0" y="0"/>
            <a:ext cx="12192000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Rectángulo redondeado"/>
          <p:cNvSpPr/>
          <p:nvPr/>
        </p:nvSpPr>
        <p:spPr>
          <a:xfrm>
            <a:off x="-1" y="-20532"/>
            <a:ext cx="12192002" cy="848344"/>
          </a:xfrm>
          <a:prstGeom prst="roundRect">
            <a:avLst>
              <a:gd name="adj" fmla="val 0"/>
            </a:avLst>
          </a:prstGeom>
          <a:solidFill>
            <a:srgbClr val="DDDDD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1219169">
              <a:lnSpc>
                <a:spcPct val="100000"/>
              </a:lnSpc>
              <a:spcBef>
                <a:spcPts val="0"/>
              </a:spcBef>
              <a:defRPr sz="3200" spc="-64">
                <a:latin typeface="Aptos"/>
                <a:ea typeface="Aptos"/>
                <a:cs typeface="Aptos"/>
                <a:sym typeface="Aptos"/>
              </a:defRPr>
            </a:pPr>
            <a:endParaRPr sz="1600"/>
          </a:p>
        </p:txBody>
      </p:sp>
      <p:sp>
        <p:nvSpPr>
          <p:cNvPr id="135" name="Ventas…"/>
          <p:cNvSpPr txBox="1"/>
          <p:nvPr/>
        </p:nvSpPr>
        <p:spPr>
          <a:xfrm>
            <a:off x="633071" y="88106"/>
            <a:ext cx="1179713" cy="631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25400" tIns="25400" rIns="25400" bIns="25400" anchor="ctr">
            <a:spAutoFit/>
          </a:bodyPr>
          <a:lstStyle/>
          <a:p>
            <a:pPr defTabSz="1219169">
              <a:lnSpc>
                <a:spcPct val="80000"/>
              </a:lnSpc>
              <a:spcBef>
                <a:spcPts val="0"/>
              </a:spcBef>
              <a:defRPr sz="3100" spc="-92">
                <a:solidFill>
                  <a:srgbClr val="535353"/>
                </a:solidFill>
                <a:latin typeface="Aptos Display Bold"/>
                <a:ea typeface="Aptos Display Bold"/>
                <a:cs typeface="Aptos Display Bold"/>
                <a:sym typeface="Aptos Display Bold"/>
              </a:defRPr>
            </a:pPr>
            <a:r>
              <a:rPr lang="es-MX" sz="1550"/>
              <a:t>EXPERIENCIA DEL CLIENTE SORIANA</a:t>
            </a:r>
            <a:endParaRPr sz="1550"/>
          </a:p>
        </p:txBody>
      </p:sp>
      <p:sp>
        <p:nvSpPr>
          <p:cNvPr id="136" name="Línea"/>
          <p:cNvSpPr/>
          <p:nvPr/>
        </p:nvSpPr>
        <p:spPr>
          <a:xfrm flipV="1">
            <a:off x="1851262" y="37986"/>
            <a:ext cx="1" cy="731309"/>
          </a:xfrm>
          <a:prstGeom prst="line">
            <a:avLst/>
          </a:prstGeom>
          <a:ln w="25400">
            <a:solidFill>
              <a:srgbClr val="A7A7A7"/>
            </a:solidFill>
          </a:ln>
        </p:spPr>
        <p:txBody>
          <a:bodyPr lIns="22859" tIns="22859" rIns="22859" bIns="22859"/>
          <a:lstStyle/>
          <a:p>
            <a:pPr defTabSz="1219169"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137" name="Línea"/>
          <p:cNvSpPr/>
          <p:nvPr/>
        </p:nvSpPr>
        <p:spPr>
          <a:xfrm>
            <a:off x="10258405" y="-7062"/>
            <a:ext cx="1" cy="821403"/>
          </a:xfrm>
          <a:prstGeom prst="line">
            <a:avLst/>
          </a:prstGeom>
          <a:ln w="38100" cap="rnd">
            <a:solidFill>
              <a:srgbClr val="A7A7A7"/>
            </a:solidFill>
            <a:custDash>
              <a:ds d="100000" sp="200000"/>
            </a:custDash>
          </a:ln>
        </p:spPr>
        <p:txBody>
          <a:bodyPr lIns="22859" tIns="22859" rIns="22859" bIns="22859"/>
          <a:lstStyle/>
          <a:p>
            <a:pPr defTabSz="1219169"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138" name="Línea"/>
          <p:cNvSpPr/>
          <p:nvPr/>
        </p:nvSpPr>
        <p:spPr>
          <a:xfrm>
            <a:off x="11543038" y="-7062"/>
            <a:ext cx="1" cy="821403"/>
          </a:xfrm>
          <a:prstGeom prst="line">
            <a:avLst/>
          </a:prstGeom>
          <a:ln w="38100" cap="rnd">
            <a:solidFill>
              <a:srgbClr val="A7A7A7"/>
            </a:solidFill>
            <a:custDash>
              <a:ds d="100000" sp="200000"/>
            </a:custDash>
          </a:ln>
        </p:spPr>
        <p:txBody>
          <a:bodyPr lIns="22859" tIns="22859" rIns="22859" bIns="22859"/>
          <a:lstStyle/>
          <a:p>
            <a:pPr defTabSz="1219169"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139" name="Círculo"/>
          <p:cNvSpPr/>
          <p:nvPr/>
        </p:nvSpPr>
        <p:spPr>
          <a:xfrm>
            <a:off x="10567414" y="82754"/>
            <a:ext cx="635001" cy="635001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40" name="PÁG"/>
          <p:cNvSpPr txBox="1"/>
          <p:nvPr/>
        </p:nvSpPr>
        <p:spPr>
          <a:xfrm>
            <a:off x="11672300" y="135414"/>
            <a:ext cx="411396" cy="243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ctr" defTabSz="2438337">
              <a:lnSpc>
                <a:spcPct val="80000"/>
              </a:lnSpc>
              <a:spcBef>
                <a:spcPts val="0"/>
              </a:spcBef>
              <a:defRPr sz="3000">
                <a:solidFill>
                  <a:srgbClr val="7B7B7B"/>
                </a:solidFill>
                <a:latin typeface="Aptos Bold"/>
                <a:ea typeface="Aptos Bold"/>
                <a:cs typeface="Aptos Bold"/>
                <a:sym typeface="Aptos Bold"/>
              </a:defRPr>
            </a:lvl1pPr>
          </a:lstStyle>
          <a:p>
            <a:r>
              <a:rPr sz="1500"/>
              <a:t>PÁG</a:t>
            </a:r>
          </a:p>
        </p:txBody>
      </p:sp>
      <p:grpSp>
        <p:nvGrpSpPr>
          <p:cNvPr id="145" name="Agrupar"/>
          <p:cNvGrpSpPr/>
          <p:nvPr/>
        </p:nvGrpSpPr>
        <p:grpSpPr>
          <a:xfrm>
            <a:off x="90134" y="157684"/>
            <a:ext cx="485188" cy="485141"/>
            <a:chOff x="-12" y="-12"/>
            <a:chExt cx="970373" cy="970280"/>
          </a:xfrm>
        </p:grpSpPr>
        <p:sp>
          <p:nvSpPr>
            <p:cNvPr id="141" name="Figura"/>
            <p:cNvSpPr/>
            <p:nvPr/>
          </p:nvSpPr>
          <p:spPr>
            <a:xfrm>
              <a:off x="-13" y="-13"/>
              <a:ext cx="970374" cy="9702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70" h="20770" extrusionOk="0">
                  <a:moveTo>
                    <a:pt x="7379" y="19526"/>
                  </a:moveTo>
                  <a:lnTo>
                    <a:pt x="1244" y="13391"/>
                  </a:lnTo>
                  <a:cubicBezTo>
                    <a:pt x="-415" y="11731"/>
                    <a:pt x="-415" y="9039"/>
                    <a:pt x="1244" y="7374"/>
                  </a:cubicBezTo>
                  <a:lnTo>
                    <a:pt x="7379" y="1244"/>
                  </a:lnTo>
                  <a:cubicBezTo>
                    <a:pt x="9039" y="-415"/>
                    <a:pt x="11731" y="-415"/>
                    <a:pt x="13396" y="1244"/>
                  </a:cubicBezTo>
                  <a:lnTo>
                    <a:pt x="19526" y="7374"/>
                  </a:lnTo>
                  <a:cubicBezTo>
                    <a:pt x="21185" y="9033"/>
                    <a:pt x="21185" y="11725"/>
                    <a:pt x="19526" y="13391"/>
                  </a:cubicBezTo>
                  <a:lnTo>
                    <a:pt x="13391" y="19526"/>
                  </a:lnTo>
                  <a:cubicBezTo>
                    <a:pt x="11731" y="21185"/>
                    <a:pt x="9039" y="21185"/>
                    <a:pt x="7379" y="1952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AD2D19"/>
                </a:gs>
                <a:gs pos="100000">
                  <a:srgbClr val="CF3823"/>
                </a:gs>
              </a:gsLst>
              <a:lin ang="15669412" scaled="0"/>
            </a:gradFill>
            <a:ln w="12700" cap="flat">
              <a:noFill/>
              <a:miter lim="400000"/>
            </a:ln>
            <a:effectLst/>
          </p:spPr>
          <p:txBody>
            <a:bodyPr wrap="square" lIns="101600" tIns="101600" rIns="101600" bIns="101600" numCol="1" anchor="ctr">
              <a:noAutofit/>
            </a:bodyPr>
            <a:lstStyle/>
            <a:p>
              <a:pPr algn="ctr" defTabSz="41275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grpSp>
          <p:nvGrpSpPr>
            <p:cNvPr id="144" name="Agrupar"/>
            <p:cNvGrpSpPr/>
            <p:nvPr/>
          </p:nvGrpSpPr>
          <p:grpSpPr>
            <a:xfrm>
              <a:off x="234782" y="212178"/>
              <a:ext cx="500786" cy="500786"/>
              <a:chOff x="0" y="0"/>
              <a:chExt cx="500785" cy="500785"/>
            </a:xfrm>
          </p:grpSpPr>
          <p:sp>
            <p:nvSpPr>
              <p:cNvPr id="142" name="Círculo"/>
              <p:cNvSpPr/>
              <p:nvPr/>
            </p:nvSpPr>
            <p:spPr>
              <a:xfrm>
                <a:off x="150234" y="83463"/>
                <a:ext cx="200316" cy="200316"/>
              </a:xfrm>
              <a:prstGeom prst="ellipse">
                <a:avLst/>
              </a:prstGeom>
              <a:solidFill>
                <a:srgbClr val="F1F1F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101600" tIns="101600" rIns="101600" bIns="101600" numCol="1" anchor="ctr">
                <a:noAutofit/>
              </a:bodyPr>
              <a:lstStyle/>
              <a:p>
                <a:pPr algn="ctr" defTabSz="41275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143" name="Figura"/>
              <p:cNvSpPr/>
              <p:nvPr/>
            </p:nvSpPr>
            <p:spPr>
              <a:xfrm>
                <a:off x="-1" y="-1"/>
                <a:ext cx="500786" cy="5007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lose/>
                    <a:moveTo>
                      <a:pt x="10800" y="1440"/>
                    </a:moveTo>
                    <a:cubicBezTo>
                      <a:pt x="15969" y="1452"/>
                      <a:pt x="20150" y="5653"/>
                      <a:pt x="20138" y="10822"/>
                    </a:cubicBezTo>
                    <a:cubicBezTo>
                      <a:pt x="20132" y="13463"/>
                      <a:pt x="19010" y="15978"/>
                      <a:pt x="17050" y="17748"/>
                    </a:cubicBezTo>
                    <a:cubicBezTo>
                      <a:pt x="16104" y="14296"/>
                      <a:pt x="12539" y="12265"/>
                      <a:pt x="9087" y="13211"/>
                    </a:cubicBezTo>
                    <a:cubicBezTo>
                      <a:pt x="6880" y="13816"/>
                      <a:pt x="5155" y="15541"/>
                      <a:pt x="4550" y="17748"/>
                    </a:cubicBezTo>
                    <a:cubicBezTo>
                      <a:pt x="713" y="14284"/>
                      <a:pt x="410" y="8366"/>
                      <a:pt x="3874" y="4528"/>
                    </a:cubicBezTo>
                    <a:cubicBezTo>
                      <a:pt x="5644" y="2568"/>
                      <a:pt x="8159" y="1446"/>
                      <a:pt x="10800" y="1440"/>
                    </a:cubicBezTo>
                    <a:close/>
                  </a:path>
                </a:pathLst>
              </a:custGeom>
              <a:solidFill>
                <a:srgbClr val="F1F1F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101600" tIns="101600" rIns="101600" bIns="101600" numCol="1" anchor="ctr">
                <a:noAutofit/>
              </a:bodyPr>
              <a:lstStyle/>
              <a:p>
                <a:pPr algn="ctr" defTabSz="41275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/>
              </a:p>
            </p:txBody>
          </p:sp>
        </p:grpSp>
      </p:grpSp>
      <p:grpSp>
        <p:nvGrpSpPr>
          <p:cNvPr id="148" name="Agrupar"/>
          <p:cNvGrpSpPr/>
          <p:nvPr/>
        </p:nvGrpSpPr>
        <p:grpSpPr>
          <a:xfrm>
            <a:off x="4990146" y="2114450"/>
            <a:ext cx="2211709" cy="2211710"/>
            <a:chOff x="0" y="0"/>
            <a:chExt cx="4423417" cy="4423418"/>
          </a:xfrm>
        </p:grpSpPr>
        <p:sp>
          <p:nvSpPr>
            <p:cNvPr id="146" name="Círculo"/>
            <p:cNvSpPr/>
            <p:nvPr/>
          </p:nvSpPr>
          <p:spPr>
            <a:xfrm>
              <a:off x="1327018" y="737232"/>
              <a:ext cx="1769377" cy="1769377"/>
            </a:xfrm>
            <a:prstGeom prst="ellipse">
              <a:avLst/>
            </a:prstGeom>
            <a:solidFill>
              <a:srgbClr val="F6F6F6"/>
            </a:solidFill>
            <a:ln w="12700" cap="flat">
              <a:noFill/>
              <a:miter lim="400000"/>
            </a:ln>
            <a:effectLst/>
          </p:spPr>
          <p:txBody>
            <a:bodyPr wrap="square" lIns="101600" tIns="101600" rIns="101600" bIns="101600" numCol="1" anchor="ctr">
              <a:noAutofit/>
            </a:bodyPr>
            <a:lstStyle/>
            <a:p>
              <a:pPr algn="ctr" defTabSz="41275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147" name="Figura"/>
            <p:cNvSpPr/>
            <p:nvPr/>
          </p:nvSpPr>
          <p:spPr>
            <a:xfrm>
              <a:off x="0" y="0"/>
              <a:ext cx="4423418" cy="44234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lose/>
                  <a:moveTo>
                    <a:pt x="10800" y="1440"/>
                  </a:moveTo>
                  <a:cubicBezTo>
                    <a:pt x="15969" y="1452"/>
                    <a:pt x="20150" y="5653"/>
                    <a:pt x="20138" y="10822"/>
                  </a:cubicBezTo>
                  <a:cubicBezTo>
                    <a:pt x="20132" y="13463"/>
                    <a:pt x="19010" y="15978"/>
                    <a:pt x="17050" y="17748"/>
                  </a:cubicBezTo>
                  <a:cubicBezTo>
                    <a:pt x="16104" y="14296"/>
                    <a:pt x="12539" y="12265"/>
                    <a:pt x="9087" y="13211"/>
                  </a:cubicBezTo>
                  <a:cubicBezTo>
                    <a:pt x="6880" y="13816"/>
                    <a:pt x="5155" y="15541"/>
                    <a:pt x="4550" y="17748"/>
                  </a:cubicBezTo>
                  <a:cubicBezTo>
                    <a:pt x="713" y="14284"/>
                    <a:pt x="410" y="8366"/>
                    <a:pt x="3874" y="4528"/>
                  </a:cubicBezTo>
                  <a:cubicBezTo>
                    <a:pt x="5644" y="2568"/>
                    <a:pt x="8159" y="1446"/>
                    <a:pt x="10800" y="1440"/>
                  </a:cubicBezTo>
                  <a:close/>
                </a:path>
              </a:pathLst>
            </a:custGeom>
            <a:solidFill>
              <a:srgbClr val="F6F6F6"/>
            </a:solidFill>
            <a:ln w="12700" cap="flat">
              <a:noFill/>
              <a:miter lim="400000"/>
            </a:ln>
            <a:effectLst/>
          </p:spPr>
          <p:txBody>
            <a:bodyPr wrap="square" lIns="101600" tIns="101600" rIns="101600" bIns="101600" numCol="1" anchor="ctr">
              <a:noAutofit/>
            </a:bodyPr>
            <a:lstStyle/>
            <a:p>
              <a:pPr algn="ctr" defTabSz="41275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</p:grpSp>
      <p:sp>
        <p:nvSpPr>
          <p:cNvPr id="149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8518634" y="6268380"/>
            <a:ext cx="218967" cy="175942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 defTabSz="1219169">
              <a:lnSpc>
                <a:spcPct val="90000"/>
              </a:lnSpc>
              <a:spcBef>
                <a:spcPts val="2250"/>
              </a:spcBef>
              <a:defRPr sz="600">
                <a:latin typeface="Aptos"/>
                <a:ea typeface="Aptos"/>
                <a:cs typeface="Aptos"/>
                <a:sym typeface="Aptos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10B0234-C23F-1C10-19A7-7DBA37E53D75}"/>
              </a:ext>
            </a:extLst>
          </p:cNvPr>
          <p:cNvSpPr txBox="1"/>
          <p:nvPr userDrawn="1"/>
        </p:nvSpPr>
        <p:spPr>
          <a:xfrm>
            <a:off x="3901859" y="6338691"/>
            <a:ext cx="4658247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T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orre de </a:t>
            </a:r>
            <a:r>
              <a:rPr lang="es-MX" sz="120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O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peración y </a:t>
            </a:r>
            <a:r>
              <a:rPr lang="es-MX" sz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R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espuesta </a:t>
            </a:r>
            <a:r>
              <a:rPr lang="es-MX" sz="1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U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nificada de </a:t>
            </a:r>
            <a:r>
              <a:rPr lang="es-MX" sz="120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S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ervicios TI</a:t>
            </a:r>
          </a:p>
        </p:txBody>
      </p:sp>
      <p:pic>
        <p:nvPicPr>
          <p:cNvPr id="3" name="Imagen" descr="Imagen">
            <a:extLst>
              <a:ext uri="{FF2B5EF4-FFF2-40B4-BE49-F238E27FC236}">
                <a16:creationId xmlns:a16="http://schemas.microsoft.com/office/drawing/2014/main" id="{1621F3BE-E3DF-DBA7-FBFD-E1CD222CB5B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72802" y="6593578"/>
            <a:ext cx="846397" cy="211403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425CB93-8820-4D7F-9B3D-21CD27BCEB9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encilSketch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305281"/>
            <a:ext cx="929621" cy="51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362969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OPERAR SIN DISRRUPCION EN TI &amp; SEGURIDA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image18.tif" descr="image18.tif"/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 flipH="1">
            <a:off x="0" y="0"/>
            <a:ext cx="12192000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Rectángulo redondeado"/>
          <p:cNvSpPr/>
          <p:nvPr/>
        </p:nvSpPr>
        <p:spPr>
          <a:xfrm>
            <a:off x="-1" y="-20532"/>
            <a:ext cx="12192002" cy="848344"/>
          </a:xfrm>
          <a:prstGeom prst="roundRect">
            <a:avLst>
              <a:gd name="adj" fmla="val 0"/>
            </a:avLst>
          </a:prstGeom>
          <a:solidFill>
            <a:srgbClr val="DDDDD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1219169">
              <a:lnSpc>
                <a:spcPct val="100000"/>
              </a:lnSpc>
              <a:spcBef>
                <a:spcPts val="0"/>
              </a:spcBef>
              <a:defRPr sz="3200" spc="-64">
                <a:latin typeface="Aptos"/>
                <a:ea typeface="Aptos"/>
                <a:cs typeface="Aptos"/>
                <a:sym typeface="Aptos"/>
              </a:defRPr>
            </a:pPr>
            <a:endParaRPr sz="1600"/>
          </a:p>
        </p:txBody>
      </p:sp>
      <p:sp>
        <p:nvSpPr>
          <p:cNvPr id="135" name="Ventas…"/>
          <p:cNvSpPr txBox="1"/>
          <p:nvPr/>
        </p:nvSpPr>
        <p:spPr>
          <a:xfrm>
            <a:off x="633071" y="88106"/>
            <a:ext cx="1458091" cy="631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defTabSz="1219169">
              <a:lnSpc>
                <a:spcPct val="80000"/>
              </a:lnSpc>
              <a:spcBef>
                <a:spcPts val="0"/>
              </a:spcBef>
              <a:defRPr sz="3100" spc="-92">
                <a:solidFill>
                  <a:srgbClr val="535353"/>
                </a:solidFill>
                <a:latin typeface="Aptos Display Bold"/>
                <a:ea typeface="Aptos Display Bold"/>
                <a:cs typeface="Aptos Display Bold"/>
                <a:sym typeface="Aptos Display Bold"/>
              </a:defRPr>
            </a:pPr>
            <a:r>
              <a:rPr lang="es-MX" sz="1550"/>
              <a:t>OPERAR SIN </a:t>
            </a:r>
          </a:p>
          <a:p>
            <a:pPr defTabSz="1219169">
              <a:lnSpc>
                <a:spcPct val="80000"/>
              </a:lnSpc>
              <a:spcBef>
                <a:spcPts val="0"/>
              </a:spcBef>
              <a:defRPr sz="3100" spc="-92">
                <a:solidFill>
                  <a:srgbClr val="535353"/>
                </a:solidFill>
                <a:latin typeface="Aptos Display Bold"/>
                <a:ea typeface="Aptos Display Bold"/>
                <a:cs typeface="Aptos Display Bold"/>
                <a:sym typeface="Aptos Display Bold"/>
              </a:defRPr>
            </a:pPr>
            <a:r>
              <a:rPr lang="es-MX" sz="1550"/>
              <a:t>DISRRUPCION  EN</a:t>
            </a:r>
          </a:p>
          <a:p>
            <a:pPr defTabSz="1219169">
              <a:lnSpc>
                <a:spcPct val="80000"/>
              </a:lnSpc>
              <a:spcBef>
                <a:spcPts val="0"/>
              </a:spcBef>
              <a:defRPr sz="3100" spc="-92">
                <a:solidFill>
                  <a:srgbClr val="535353"/>
                </a:solidFill>
                <a:latin typeface="Aptos Display Bold"/>
                <a:ea typeface="Aptos Display Bold"/>
                <a:cs typeface="Aptos Display Bold"/>
                <a:sym typeface="Aptos Display Bold"/>
              </a:defRPr>
            </a:pPr>
            <a:r>
              <a:rPr lang="es-MX" sz="1550"/>
              <a:t>TI &amp; SEGURIDAD</a:t>
            </a:r>
            <a:endParaRPr sz="1550"/>
          </a:p>
        </p:txBody>
      </p:sp>
      <p:sp>
        <p:nvSpPr>
          <p:cNvPr id="136" name="Línea"/>
          <p:cNvSpPr/>
          <p:nvPr/>
        </p:nvSpPr>
        <p:spPr>
          <a:xfrm flipV="1">
            <a:off x="2286471" y="31000"/>
            <a:ext cx="1" cy="731309"/>
          </a:xfrm>
          <a:prstGeom prst="line">
            <a:avLst/>
          </a:prstGeom>
          <a:ln w="25400">
            <a:solidFill>
              <a:srgbClr val="A7A7A7"/>
            </a:solidFill>
          </a:ln>
        </p:spPr>
        <p:txBody>
          <a:bodyPr lIns="22859" tIns="22859" rIns="22859" bIns="22859"/>
          <a:lstStyle/>
          <a:p>
            <a:pPr defTabSz="1219169"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137" name="Línea"/>
          <p:cNvSpPr/>
          <p:nvPr/>
        </p:nvSpPr>
        <p:spPr>
          <a:xfrm>
            <a:off x="10258405" y="-7062"/>
            <a:ext cx="1" cy="821403"/>
          </a:xfrm>
          <a:prstGeom prst="line">
            <a:avLst/>
          </a:prstGeom>
          <a:ln w="38100" cap="rnd">
            <a:solidFill>
              <a:srgbClr val="A7A7A7"/>
            </a:solidFill>
            <a:custDash>
              <a:ds d="100000" sp="200000"/>
            </a:custDash>
          </a:ln>
        </p:spPr>
        <p:txBody>
          <a:bodyPr lIns="22859" tIns="22859" rIns="22859" bIns="22859"/>
          <a:lstStyle/>
          <a:p>
            <a:pPr defTabSz="1219169"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138" name="Línea"/>
          <p:cNvSpPr/>
          <p:nvPr/>
        </p:nvSpPr>
        <p:spPr>
          <a:xfrm>
            <a:off x="11543038" y="-7062"/>
            <a:ext cx="1" cy="821403"/>
          </a:xfrm>
          <a:prstGeom prst="line">
            <a:avLst/>
          </a:prstGeom>
          <a:ln w="38100" cap="rnd">
            <a:solidFill>
              <a:srgbClr val="A7A7A7"/>
            </a:solidFill>
            <a:custDash>
              <a:ds d="100000" sp="200000"/>
            </a:custDash>
          </a:ln>
        </p:spPr>
        <p:txBody>
          <a:bodyPr lIns="22859" tIns="22859" rIns="22859" bIns="22859"/>
          <a:lstStyle/>
          <a:p>
            <a:pPr defTabSz="1219169"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139" name="Círculo"/>
          <p:cNvSpPr/>
          <p:nvPr/>
        </p:nvSpPr>
        <p:spPr>
          <a:xfrm>
            <a:off x="10567414" y="82754"/>
            <a:ext cx="635001" cy="635001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40" name="PÁG"/>
          <p:cNvSpPr txBox="1"/>
          <p:nvPr/>
        </p:nvSpPr>
        <p:spPr>
          <a:xfrm>
            <a:off x="11672300" y="135414"/>
            <a:ext cx="411396" cy="243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ctr" defTabSz="2438337">
              <a:lnSpc>
                <a:spcPct val="80000"/>
              </a:lnSpc>
              <a:spcBef>
                <a:spcPts val="0"/>
              </a:spcBef>
              <a:defRPr sz="3000">
                <a:solidFill>
                  <a:srgbClr val="7B7B7B"/>
                </a:solidFill>
                <a:latin typeface="Aptos Bold"/>
                <a:ea typeface="Aptos Bold"/>
                <a:cs typeface="Aptos Bold"/>
                <a:sym typeface="Aptos Bold"/>
              </a:defRPr>
            </a:lvl1pPr>
          </a:lstStyle>
          <a:p>
            <a:r>
              <a:rPr sz="1500"/>
              <a:t>PÁG</a:t>
            </a:r>
          </a:p>
        </p:txBody>
      </p:sp>
      <p:sp>
        <p:nvSpPr>
          <p:cNvPr id="149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8518634" y="6268380"/>
            <a:ext cx="218967" cy="175942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 defTabSz="1219169">
              <a:lnSpc>
                <a:spcPct val="90000"/>
              </a:lnSpc>
              <a:spcBef>
                <a:spcPts val="2250"/>
              </a:spcBef>
              <a:defRPr sz="600">
                <a:latin typeface="Aptos"/>
                <a:ea typeface="Aptos"/>
                <a:cs typeface="Aptos"/>
                <a:sym typeface="Aptos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5EDF4603-F895-1EBC-6544-104572751092}"/>
              </a:ext>
            </a:extLst>
          </p:cNvPr>
          <p:cNvGrpSpPr/>
          <p:nvPr userDrawn="1"/>
        </p:nvGrpSpPr>
        <p:grpSpPr>
          <a:xfrm>
            <a:off x="31902" y="71727"/>
            <a:ext cx="617060" cy="631103"/>
            <a:chOff x="-1892198" y="11071233"/>
            <a:chExt cx="1298452" cy="1298328"/>
          </a:xfrm>
        </p:grpSpPr>
        <p:sp>
          <p:nvSpPr>
            <p:cNvPr id="53" name="Figura">
              <a:extLst>
                <a:ext uri="{FF2B5EF4-FFF2-40B4-BE49-F238E27FC236}">
                  <a16:creationId xmlns:a16="http://schemas.microsoft.com/office/drawing/2014/main" id="{8EEF64C8-1E17-3DE1-5A4C-7C0F123F40BC}"/>
                </a:ext>
              </a:extLst>
            </p:cNvPr>
            <p:cNvSpPr/>
            <p:nvPr/>
          </p:nvSpPr>
          <p:spPr>
            <a:xfrm>
              <a:off x="-1892198" y="11071233"/>
              <a:ext cx="1298452" cy="1298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70" h="20771" extrusionOk="0">
                  <a:moveTo>
                    <a:pt x="7379" y="19526"/>
                  </a:moveTo>
                  <a:lnTo>
                    <a:pt x="1244" y="13391"/>
                  </a:lnTo>
                  <a:cubicBezTo>
                    <a:pt x="-415" y="11731"/>
                    <a:pt x="-415" y="9039"/>
                    <a:pt x="1244" y="7374"/>
                  </a:cubicBezTo>
                  <a:lnTo>
                    <a:pt x="7379" y="1244"/>
                  </a:lnTo>
                  <a:cubicBezTo>
                    <a:pt x="9039" y="-415"/>
                    <a:pt x="11731" y="-415"/>
                    <a:pt x="13396" y="1244"/>
                  </a:cubicBezTo>
                  <a:lnTo>
                    <a:pt x="19526" y="7374"/>
                  </a:lnTo>
                  <a:cubicBezTo>
                    <a:pt x="21185" y="9033"/>
                    <a:pt x="21185" y="11725"/>
                    <a:pt x="19526" y="13391"/>
                  </a:cubicBezTo>
                  <a:lnTo>
                    <a:pt x="13391" y="19526"/>
                  </a:lnTo>
                  <a:cubicBezTo>
                    <a:pt x="11731" y="21185"/>
                    <a:pt x="9039" y="21185"/>
                    <a:pt x="7379" y="1952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AD2D19"/>
                </a:gs>
                <a:gs pos="100000">
                  <a:srgbClr val="CF3823"/>
                </a:gs>
              </a:gsLst>
              <a:lin ang="15669412" scaled="0"/>
            </a:gradFill>
            <a:ln w="12700" cap="flat">
              <a:noFill/>
              <a:miter lim="400000"/>
            </a:ln>
            <a:effectLst/>
          </p:spPr>
          <p:txBody>
            <a:bodyPr wrap="square" lIns="101600" tIns="101600" rIns="101600" bIns="101600" numCol="1" anchor="ctr">
              <a:noAutofit/>
            </a:bodyPr>
            <a:lstStyle/>
            <a:p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es-MX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sym typeface="Helvetica Neue Medium"/>
              </a:endParaRPr>
            </a:p>
          </p:txBody>
        </p:sp>
        <p:sp>
          <p:nvSpPr>
            <p:cNvPr id="54" name="Figura">
              <a:extLst>
                <a:ext uri="{FF2B5EF4-FFF2-40B4-BE49-F238E27FC236}">
                  <a16:creationId xmlns:a16="http://schemas.microsoft.com/office/drawing/2014/main" id="{3A21C334-689E-A2DE-D31B-2CD917973C75}"/>
                </a:ext>
              </a:extLst>
            </p:cNvPr>
            <p:cNvSpPr/>
            <p:nvPr/>
          </p:nvSpPr>
          <p:spPr>
            <a:xfrm>
              <a:off x="-1600067" y="11366212"/>
              <a:ext cx="714207" cy="7085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9" h="21585" extrusionOk="0">
                  <a:moveTo>
                    <a:pt x="16230" y="18360"/>
                  </a:moveTo>
                  <a:cubicBezTo>
                    <a:pt x="16219" y="18341"/>
                    <a:pt x="16208" y="18325"/>
                    <a:pt x="16200" y="18306"/>
                  </a:cubicBezTo>
                  <a:lnTo>
                    <a:pt x="15226" y="16543"/>
                  </a:lnTo>
                  <a:lnTo>
                    <a:pt x="15031" y="16543"/>
                  </a:lnTo>
                  <a:cubicBezTo>
                    <a:pt x="14719" y="16543"/>
                    <a:pt x="14466" y="16287"/>
                    <a:pt x="14466" y="15972"/>
                  </a:cubicBezTo>
                  <a:cubicBezTo>
                    <a:pt x="14466" y="15657"/>
                    <a:pt x="14719" y="15401"/>
                    <a:pt x="15031" y="15401"/>
                  </a:cubicBezTo>
                  <a:lnTo>
                    <a:pt x="15557" y="15401"/>
                  </a:lnTo>
                  <a:cubicBezTo>
                    <a:pt x="15787" y="15401"/>
                    <a:pt x="15984" y="15538"/>
                    <a:pt x="16072" y="15738"/>
                  </a:cubicBezTo>
                  <a:lnTo>
                    <a:pt x="16699" y="16872"/>
                  </a:lnTo>
                  <a:lnTo>
                    <a:pt x="17626" y="14762"/>
                  </a:lnTo>
                  <a:cubicBezTo>
                    <a:pt x="17751" y="14474"/>
                    <a:pt x="18085" y="14345"/>
                    <a:pt x="18370" y="14471"/>
                  </a:cubicBezTo>
                  <a:cubicBezTo>
                    <a:pt x="18656" y="14598"/>
                    <a:pt x="18784" y="14935"/>
                    <a:pt x="18659" y="15223"/>
                  </a:cubicBezTo>
                  <a:lnTo>
                    <a:pt x="17276" y="18378"/>
                  </a:lnTo>
                  <a:cubicBezTo>
                    <a:pt x="17228" y="18486"/>
                    <a:pt x="17145" y="18583"/>
                    <a:pt x="17033" y="18645"/>
                  </a:cubicBezTo>
                  <a:cubicBezTo>
                    <a:pt x="16761" y="18799"/>
                    <a:pt x="16419" y="18699"/>
                    <a:pt x="16267" y="18424"/>
                  </a:cubicBezTo>
                  <a:lnTo>
                    <a:pt x="16230" y="18360"/>
                  </a:lnTo>
                  <a:close/>
                  <a:moveTo>
                    <a:pt x="18538" y="11960"/>
                  </a:moveTo>
                  <a:cubicBezTo>
                    <a:pt x="18944" y="12135"/>
                    <a:pt x="19323" y="12367"/>
                    <a:pt x="19667" y="12639"/>
                  </a:cubicBezTo>
                  <a:cubicBezTo>
                    <a:pt x="20057" y="11370"/>
                    <a:pt x="20204" y="10044"/>
                    <a:pt x="20105" y="8734"/>
                  </a:cubicBezTo>
                  <a:cubicBezTo>
                    <a:pt x="19990" y="7220"/>
                    <a:pt x="19550" y="5725"/>
                    <a:pt x="18784" y="4364"/>
                  </a:cubicBezTo>
                  <a:lnTo>
                    <a:pt x="10630" y="1179"/>
                  </a:lnTo>
                  <a:lnTo>
                    <a:pt x="2479" y="4364"/>
                  </a:lnTo>
                  <a:cubicBezTo>
                    <a:pt x="1630" y="5875"/>
                    <a:pt x="1177" y="7551"/>
                    <a:pt x="1131" y="9236"/>
                  </a:cubicBezTo>
                  <a:cubicBezTo>
                    <a:pt x="1083" y="10984"/>
                    <a:pt x="1468" y="12747"/>
                    <a:pt x="2292" y="14353"/>
                  </a:cubicBezTo>
                  <a:cubicBezTo>
                    <a:pt x="3114" y="15956"/>
                    <a:pt x="4318" y="17287"/>
                    <a:pt x="5762" y="18254"/>
                  </a:cubicBezTo>
                  <a:cubicBezTo>
                    <a:pt x="7193" y="19214"/>
                    <a:pt x="8863" y="19812"/>
                    <a:pt x="10630" y="19960"/>
                  </a:cubicBezTo>
                  <a:cubicBezTo>
                    <a:pt x="11111" y="19920"/>
                    <a:pt x="11578" y="19847"/>
                    <a:pt x="12031" y="19747"/>
                  </a:cubicBezTo>
                  <a:cubicBezTo>
                    <a:pt x="12232" y="19701"/>
                    <a:pt x="12429" y="19650"/>
                    <a:pt x="12627" y="19594"/>
                  </a:cubicBezTo>
                  <a:cubicBezTo>
                    <a:pt x="12368" y="19249"/>
                    <a:pt x="12152" y="18869"/>
                    <a:pt x="11986" y="18462"/>
                  </a:cubicBezTo>
                  <a:cubicBezTo>
                    <a:pt x="11861" y="18492"/>
                    <a:pt x="11733" y="18519"/>
                    <a:pt x="11602" y="18543"/>
                  </a:cubicBezTo>
                  <a:cubicBezTo>
                    <a:pt x="11295" y="18602"/>
                    <a:pt x="10988" y="18642"/>
                    <a:pt x="10681" y="18667"/>
                  </a:cubicBezTo>
                  <a:cubicBezTo>
                    <a:pt x="10649" y="18669"/>
                    <a:pt x="10617" y="18669"/>
                    <a:pt x="10585" y="18667"/>
                  </a:cubicBezTo>
                  <a:cubicBezTo>
                    <a:pt x="9066" y="18545"/>
                    <a:pt x="7630" y="18034"/>
                    <a:pt x="6400" y="17209"/>
                  </a:cubicBezTo>
                  <a:cubicBezTo>
                    <a:pt x="5170" y="16387"/>
                    <a:pt x="4145" y="15250"/>
                    <a:pt x="3443" y="13884"/>
                  </a:cubicBezTo>
                  <a:cubicBezTo>
                    <a:pt x="2743" y="12520"/>
                    <a:pt x="2415" y="11019"/>
                    <a:pt x="2458" y="9529"/>
                  </a:cubicBezTo>
                  <a:cubicBezTo>
                    <a:pt x="2501" y="8039"/>
                    <a:pt x="2912" y="6560"/>
                    <a:pt x="3688" y="5237"/>
                  </a:cubicBezTo>
                  <a:cubicBezTo>
                    <a:pt x="3752" y="5132"/>
                    <a:pt x="3848" y="5045"/>
                    <a:pt x="3971" y="4997"/>
                  </a:cubicBezTo>
                  <a:lnTo>
                    <a:pt x="10430" y="2472"/>
                  </a:lnTo>
                  <a:cubicBezTo>
                    <a:pt x="10555" y="2424"/>
                    <a:pt x="10700" y="2418"/>
                    <a:pt x="10836" y="2472"/>
                  </a:cubicBezTo>
                  <a:lnTo>
                    <a:pt x="17268" y="4986"/>
                  </a:lnTo>
                  <a:cubicBezTo>
                    <a:pt x="17393" y="5029"/>
                    <a:pt x="17503" y="5113"/>
                    <a:pt x="17575" y="5237"/>
                  </a:cubicBezTo>
                  <a:cubicBezTo>
                    <a:pt x="18221" y="6336"/>
                    <a:pt x="18613" y="7543"/>
                    <a:pt x="18752" y="8775"/>
                  </a:cubicBezTo>
                  <a:cubicBezTo>
                    <a:pt x="18869" y="9834"/>
                    <a:pt x="18800" y="10914"/>
                    <a:pt x="18538" y="11960"/>
                  </a:cubicBezTo>
                  <a:close/>
                  <a:moveTo>
                    <a:pt x="20548" y="13552"/>
                  </a:moveTo>
                  <a:cubicBezTo>
                    <a:pt x="21178" y="14390"/>
                    <a:pt x="21549" y="15436"/>
                    <a:pt x="21549" y="16570"/>
                  </a:cubicBezTo>
                  <a:cubicBezTo>
                    <a:pt x="21549" y="17953"/>
                    <a:pt x="20994" y="19206"/>
                    <a:pt x="20094" y="20114"/>
                  </a:cubicBezTo>
                  <a:cubicBezTo>
                    <a:pt x="19160" y="21057"/>
                    <a:pt x="17906" y="21585"/>
                    <a:pt x="16585" y="21585"/>
                  </a:cubicBezTo>
                  <a:cubicBezTo>
                    <a:pt x="15424" y="21585"/>
                    <a:pt x="14353" y="21181"/>
                    <a:pt x="13507" y="20504"/>
                  </a:cubicBezTo>
                  <a:cubicBezTo>
                    <a:pt x="13107" y="20645"/>
                    <a:pt x="12696" y="20760"/>
                    <a:pt x="12274" y="20855"/>
                  </a:cubicBezTo>
                  <a:cubicBezTo>
                    <a:pt x="11749" y="20973"/>
                    <a:pt x="11215" y="21057"/>
                    <a:pt x="10684" y="21097"/>
                  </a:cubicBezTo>
                  <a:cubicBezTo>
                    <a:pt x="10652" y="21100"/>
                    <a:pt x="10620" y="21100"/>
                    <a:pt x="10588" y="21097"/>
                  </a:cubicBezTo>
                  <a:cubicBezTo>
                    <a:pt x="8610" y="20941"/>
                    <a:pt x="6744" y="20273"/>
                    <a:pt x="5140" y="19200"/>
                  </a:cubicBezTo>
                  <a:cubicBezTo>
                    <a:pt x="3539" y="18128"/>
                    <a:pt x="2204" y="16651"/>
                    <a:pt x="1289" y="14870"/>
                  </a:cubicBezTo>
                  <a:cubicBezTo>
                    <a:pt x="376" y="13094"/>
                    <a:pt x="-51" y="11141"/>
                    <a:pt x="5" y="9201"/>
                  </a:cubicBezTo>
                  <a:cubicBezTo>
                    <a:pt x="58" y="7260"/>
                    <a:pt x="595" y="5334"/>
                    <a:pt x="1606" y="3615"/>
                  </a:cubicBezTo>
                  <a:cubicBezTo>
                    <a:pt x="1670" y="3510"/>
                    <a:pt x="1767" y="3423"/>
                    <a:pt x="1889" y="3375"/>
                  </a:cubicBezTo>
                  <a:lnTo>
                    <a:pt x="10427" y="39"/>
                  </a:lnTo>
                  <a:cubicBezTo>
                    <a:pt x="10553" y="-10"/>
                    <a:pt x="10697" y="-15"/>
                    <a:pt x="10833" y="39"/>
                  </a:cubicBezTo>
                  <a:lnTo>
                    <a:pt x="19347" y="3367"/>
                  </a:lnTo>
                  <a:cubicBezTo>
                    <a:pt x="19473" y="3410"/>
                    <a:pt x="19582" y="3493"/>
                    <a:pt x="19654" y="3617"/>
                  </a:cubicBezTo>
                  <a:cubicBezTo>
                    <a:pt x="20569" y="5175"/>
                    <a:pt x="21095" y="6899"/>
                    <a:pt x="21226" y="8651"/>
                  </a:cubicBezTo>
                  <a:cubicBezTo>
                    <a:pt x="21351" y="10300"/>
                    <a:pt x="21127" y="11971"/>
                    <a:pt x="20548" y="13552"/>
                  </a:cubicBezTo>
                  <a:close/>
                  <a:moveTo>
                    <a:pt x="19296" y="13830"/>
                  </a:moveTo>
                  <a:cubicBezTo>
                    <a:pt x="18605" y="13129"/>
                    <a:pt x="17644" y="12698"/>
                    <a:pt x="16585" y="12698"/>
                  </a:cubicBezTo>
                  <a:cubicBezTo>
                    <a:pt x="15525" y="12698"/>
                    <a:pt x="14564" y="13132"/>
                    <a:pt x="13870" y="13830"/>
                  </a:cubicBezTo>
                  <a:cubicBezTo>
                    <a:pt x="13176" y="14531"/>
                    <a:pt x="12749" y="15498"/>
                    <a:pt x="12749" y="16570"/>
                  </a:cubicBezTo>
                  <a:cubicBezTo>
                    <a:pt x="12749" y="16934"/>
                    <a:pt x="12800" y="17284"/>
                    <a:pt x="12891" y="17619"/>
                  </a:cubicBezTo>
                  <a:cubicBezTo>
                    <a:pt x="13038" y="18217"/>
                    <a:pt x="13419" y="18845"/>
                    <a:pt x="13844" y="19281"/>
                  </a:cubicBezTo>
                  <a:cubicBezTo>
                    <a:pt x="14639" y="20030"/>
                    <a:pt x="15477" y="20440"/>
                    <a:pt x="16585" y="20440"/>
                  </a:cubicBezTo>
                  <a:cubicBezTo>
                    <a:pt x="17607" y="20440"/>
                    <a:pt x="18576" y="20036"/>
                    <a:pt x="19299" y="19305"/>
                  </a:cubicBezTo>
                  <a:cubicBezTo>
                    <a:pt x="19990" y="18607"/>
                    <a:pt x="20420" y="17637"/>
                    <a:pt x="20420" y="16568"/>
                  </a:cubicBezTo>
                  <a:cubicBezTo>
                    <a:pt x="20420" y="15501"/>
                    <a:pt x="19990" y="14533"/>
                    <a:pt x="19296" y="13830"/>
                  </a:cubicBezTo>
                  <a:close/>
                </a:path>
              </a:pathLst>
            </a:custGeom>
            <a:solidFill>
              <a:srgbClr val="F1F1F1"/>
            </a:solidFill>
            <a:ln w="12700" cap="flat">
              <a:noFill/>
              <a:miter lim="400000"/>
            </a:ln>
            <a:effectLst/>
          </p:spPr>
          <p:txBody>
            <a:bodyPr wrap="square" lIns="101600" tIns="101600" rIns="101600" bIns="101600" numCol="1" anchor="ctr">
              <a:noAutofit/>
            </a:bodyPr>
            <a:lstStyle/>
            <a:p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es-MX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sym typeface="Helvetica Neue Medium"/>
              </a:endParaRPr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63E68A3A-6EF9-01ED-8D46-DAA1403F5D67}"/>
              </a:ext>
            </a:extLst>
          </p:cNvPr>
          <p:cNvGrpSpPr/>
          <p:nvPr userDrawn="1"/>
        </p:nvGrpSpPr>
        <p:grpSpPr>
          <a:xfrm>
            <a:off x="4480239" y="1480930"/>
            <a:ext cx="3231523" cy="3190708"/>
            <a:chOff x="-1892198" y="11071233"/>
            <a:chExt cx="1298452" cy="1298328"/>
          </a:xfrm>
        </p:grpSpPr>
        <p:sp>
          <p:nvSpPr>
            <p:cNvPr id="6" name="Figura">
              <a:extLst>
                <a:ext uri="{FF2B5EF4-FFF2-40B4-BE49-F238E27FC236}">
                  <a16:creationId xmlns:a16="http://schemas.microsoft.com/office/drawing/2014/main" id="{3B88C51F-C34C-0F76-F3C0-952AAE2BB8E8}"/>
                </a:ext>
              </a:extLst>
            </p:cNvPr>
            <p:cNvSpPr/>
            <p:nvPr/>
          </p:nvSpPr>
          <p:spPr>
            <a:xfrm>
              <a:off x="-1892198" y="11071233"/>
              <a:ext cx="1298452" cy="1298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70" h="20771" extrusionOk="0">
                  <a:moveTo>
                    <a:pt x="7379" y="19526"/>
                  </a:moveTo>
                  <a:lnTo>
                    <a:pt x="1244" y="13391"/>
                  </a:lnTo>
                  <a:cubicBezTo>
                    <a:pt x="-415" y="11731"/>
                    <a:pt x="-415" y="9039"/>
                    <a:pt x="1244" y="7374"/>
                  </a:cubicBezTo>
                  <a:lnTo>
                    <a:pt x="7379" y="1244"/>
                  </a:lnTo>
                  <a:cubicBezTo>
                    <a:pt x="9039" y="-415"/>
                    <a:pt x="11731" y="-415"/>
                    <a:pt x="13396" y="1244"/>
                  </a:cubicBezTo>
                  <a:lnTo>
                    <a:pt x="19526" y="7374"/>
                  </a:lnTo>
                  <a:cubicBezTo>
                    <a:pt x="21185" y="9033"/>
                    <a:pt x="21185" y="11725"/>
                    <a:pt x="19526" y="13391"/>
                  </a:cubicBezTo>
                  <a:lnTo>
                    <a:pt x="13391" y="19526"/>
                  </a:lnTo>
                  <a:cubicBezTo>
                    <a:pt x="11731" y="21185"/>
                    <a:pt x="9039" y="21185"/>
                    <a:pt x="7379" y="19526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101600" tIns="101600" rIns="101600" bIns="101600" numCol="1" anchor="ctr">
              <a:noAutofit/>
            </a:bodyPr>
            <a:lstStyle/>
            <a:p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es-MX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sym typeface="Helvetica Neue Medium"/>
              </a:endParaRPr>
            </a:p>
          </p:txBody>
        </p:sp>
        <p:sp>
          <p:nvSpPr>
            <p:cNvPr id="7" name="Figura">
              <a:extLst>
                <a:ext uri="{FF2B5EF4-FFF2-40B4-BE49-F238E27FC236}">
                  <a16:creationId xmlns:a16="http://schemas.microsoft.com/office/drawing/2014/main" id="{A379151D-4C90-84F0-3315-DF683DB43E3E}"/>
                </a:ext>
              </a:extLst>
            </p:cNvPr>
            <p:cNvSpPr/>
            <p:nvPr/>
          </p:nvSpPr>
          <p:spPr>
            <a:xfrm>
              <a:off x="-1600067" y="11366212"/>
              <a:ext cx="714207" cy="7085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9" h="21585" extrusionOk="0">
                  <a:moveTo>
                    <a:pt x="16230" y="18360"/>
                  </a:moveTo>
                  <a:cubicBezTo>
                    <a:pt x="16219" y="18341"/>
                    <a:pt x="16208" y="18325"/>
                    <a:pt x="16200" y="18306"/>
                  </a:cubicBezTo>
                  <a:lnTo>
                    <a:pt x="15226" y="16543"/>
                  </a:lnTo>
                  <a:lnTo>
                    <a:pt x="15031" y="16543"/>
                  </a:lnTo>
                  <a:cubicBezTo>
                    <a:pt x="14719" y="16543"/>
                    <a:pt x="14466" y="16287"/>
                    <a:pt x="14466" y="15972"/>
                  </a:cubicBezTo>
                  <a:cubicBezTo>
                    <a:pt x="14466" y="15657"/>
                    <a:pt x="14719" y="15401"/>
                    <a:pt x="15031" y="15401"/>
                  </a:cubicBezTo>
                  <a:lnTo>
                    <a:pt x="15557" y="15401"/>
                  </a:lnTo>
                  <a:cubicBezTo>
                    <a:pt x="15787" y="15401"/>
                    <a:pt x="15984" y="15538"/>
                    <a:pt x="16072" y="15738"/>
                  </a:cubicBezTo>
                  <a:lnTo>
                    <a:pt x="16699" y="16872"/>
                  </a:lnTo>
                  <a:lnTo>
                    <a:pt x="17626" y="14762"/>
                  </a:lnTo>
                  <a:cubicBezTo>
                    <a:pt x="17751" y="14474"/>
                    <a:pt x="18085" y="14345"/>
                    <a:pt x="18370" y="14471"/>
                  </a:cubicBezTo>
                  <a:cubicBezTo>
                    <a:pt x="18656" y="14598"/>
                    <a:pt x="18784" y="14935"/>
                    <a:pt x="18659" y="15223"/>
                  </a:cubicBezTo>
                  <a:lnTo>
                    <a:pt x="17276" y="18378"/>
                  </a:lnTo>
                  <a:cubicBezTo>
                    <a:pt x="17228" y="18486"/>
                    <a:pt x="17145" y="18583"/>
                    <a:pt x="17033" y="18645"/>
                  </a:cubicBezTo>
                  <a:cubicBezTo>
                    <a:pt x="16761" y="18799"/>
                    <a:pt x="16419" y="18699"/>
                    <a:pt x="16267" y="18424"/>
                  </a:cubicBezTo>
                  <a:lnTo>
                    <a:pt x="16230" y="18360"/>
                  </a:lnTo>
                  <a:close/>
                  <a:moveTo>
                    <a:pt x="18538" y="11960"/>
                  </a:moveTo>
                  <a:cubicBezTo>
                    <a:pt x="18944" y="12135"/>
                    <a:pt x="19323" y="12367"/>
                    <a:pt x="19667" y="12639"/>
                  </a:cubicBezTo>
                  <a:cubicBezTo>
                    <a:pt x="20057" y="11370"/>
                    <a:pt x="20204" y="10044"/>
                    <a:pt x="20105" y="8734"/>
                  </a:cubicBezTo>
                  <a:cubicBezTo>
                    <a:pt x="19990" y="7220"/>
                    <a:pt x="19550" y="5725"/>
                    <a:pt x="18784" y="4364"/>
                  </a:cubicBezTo>
                  <a:lnTo>
                    <a:pt x="10630" y="1179"/>
                  </a:lnTo>
                  <a:lnTo>
                    <a:pt x="2479" y="4364"/>
                  </a:lnTo>
                  <a:cubicBezTo>
                    <a:pt x="1630" y="5875"/>
                    <a:pt x="1177" y="7551"/>
                    <a:pt x="1131" y="9236"/>
                  </a:cubicBezTo>
                  <a:cubicBezTo>
                    <a:pt x="1083" y="10984"/>
                    <a:pt x="1468" y="12747"/>
                    <a:pt x="2292" y="14353"/>
                  </a:cubicBezTo>
                  <a:cubicBezTo>
                    <a:pt x="3114" y="15956"/>
                    <a:pt x="4318" y="17287"/>
                    <a:pt x="5762" y="18254"/>
                  </a:cubicBezTo>
                  <a:cubicBezTo>
                    <a:pt x="7193" y="19214"/>
                    <a:pt x="8863" y="19812"/>
                    <a:pt x="10630" y="19960"/>
                  </a:cubicBezTo>
                  <a:cubicBezTo>
                    <a:pt x="11111" y="19920"/>
                    <a:pt x="11578" y="19847"/>
                    <a:pt x="12031" y="19747"/>
                  </a:cubicBezTo>
                  <a:cubicBezTo>
                    <a:pt x="12232" y="19701"/>
                    <a:pt x="12429" y="19650"/>
                    <a:pt x="12627" y="19594"/>
                  </a:cubicBezTo>
                  <a:cubicBezTo>
                    <a:pt x="12368" y="19249"/>
                    <a:pt x="12152" y="18869"/>
                    <a:pt x="11986" y="18462"/>
                  </a:cubicBezTo>
                  <a:cubicBezTo>
                    <a:pt x="11861" y="18492"/>
                    <a:pt x="11733" y="18519"/>
                    <a:pt x="11602" y="18543"/>
                  </a:cubicBezTo>
                  <a:cubicBezTo>
                    <a:pt x="11295" y="18602"/>
                    <a:pt x="10988" y="18642"/>
                    <a:pt x="10681" y="18667"/>
                  </a:cubicBezTo>
                  <a:cubicBezTo>
                    <a:pt x="10649" y="18669"/>
                    <a:pt x="10617" y="18669"/>
                    <a:pt x="10585" y="18667"/>
                  </a:cubicBezTo>
                  <a:cubicBezTo>
                    <a:pt x="9066" y="18545"/>
                    <a:pt x="7630" y="18034"/>
                    <a:pt x="6400" y="17209"/>
                  </a:cubicBezTo>
                  <a:cubicBezTo>
                    <a:pt x="5170" y="16387"/>
                    <a:pt x="4145" y="15250"/>
                    <a:pt x="3443" y="13884"/>
                  </a:cubicBezTo>
                  <a:cubicBezTo>
                    <a:pt x="2743" y="12520"/>
                    <a:pt x="2415" y="11019"/>
                    <a:pt x="2458" y="9529"/>
                  </a:cubicBezTo>
                  <a:cubicBezTo>
                    <a:pt x="2501" y="8039"/>
                    <a:pt x="2912" y="6560"/>
                    <a:pt x="3688" y="5237"/>
                  </a:cubicBezTo>
                  <a:cubicBezTo>
                    <a:pt x="3752" y="5132"/>
                    <a:pt x="3848" y="5045"/>
                    <a:pt x="3971" y="4997"/>
                  </a:cubicBezTo>
                  <a:lnTo>
                    <a:pt x="10430" y="2472"/>
                  </a:lnTo>
                  <a:cubicBezTo>
                    <a:pt x="10555" y="2424"/>
                    <a:pt x="10700" y="2418"/>
                    <a:pt x="10836" y="2472"/>
                  </a:cubicBezTo>
                  <a:lnTo>
                    <a:pt x="17268" y="4986"/>
                  </a:lnTo>
                  <a:cubicBezTo>
                    <a:pt x="17393" y="5029"/>
                    <a:pt x="17503" y="5113"/>
                    <a:pt x="17575" y="5237"/>
                  </a:cubicBezTo>
                  <a:cubicBezTo>
                    <a:pt x="18221" y="6336"/>
                    <a:pt x="18613" y="7543"/>
                    <a:pt x="18752" y="8775"/>
                  </a:cubicBezTo>
                  <a:cubicBezTo>
                    <a:pt x="18869" y="9834"/>
                    <a:pt x="18800" y="10914"/>
                    <a:pt x="18538" y="11960"/>
                  </a:cubicBezTo>
                  <a:close/>
                  <a:moveTo>
                    <a:pt x="20548" y="13552"/>
                  </a:moveTo>
                  <a:cubicBezTo>
                    <a:pt x="21178" y="14390"/>
                    <a:pt x="21549" y="15436"/>
                    <a:pt x="21549" y="16570"/>
                  </a:cubicBezTo>
                  <a:cubicBezTo>
                    <a:pt x="21549" y="17953"/>
                    <a:pt x="20994" y="19206"/>
                    <a:pt x="20094" y="20114"/>
                  </a:cubicBezTo>
                  <a:cubicBezTo>
                    <a:pt x="19160" y="21057"/>
                    <a:pt x="17906" y="21585"/>
                    <a:pt x="16585" y="21585"/>
                  </a:cubicBezTo>
                  <a:cubicBezTo>
                    <a:pt x="15424" y="21585"/>
                    <a:pt x="14353" y="21181"/>
                    <a:pt x="13507" y="20504"/>
                  </a:cubicBezTo>
                  <a:cubicBezTo>
                    <a:pt x="13107" y="20645"/>
                    <a:pt x="12696" y="20760"/>
                    <a:pt x="12274" y="20855"/>
                  </a:cubicBezTo>
                  <a:cubicBezTo>
                    <a:pt x="11749" y="20973"/>
                    <a:pt x="11215" y="21057"/>
                    <a:pt x="10684" y="21097"/>
                  </a:cubicBezTo>
                  <a:cubicBezTo>
                    <a:pt x="10652" y="21100"/>
                    <a:pt x="10620" y="21100"/>
                    <a:pt x="10588" y="21097"/>
                  </a:cubicBezTo>
                  <a:cubicBezTo>
                    <a:pt x="8610" y="20941"/>
                    <a:pt x="6744" y="20273"/>
                    <a:pt x="5140" y="19200"/>
                  </a:cubicBezTo>
                  <a:cubicBezTo>
                    <a:pt x="3539" y="18128"/>
                    <a:pt x="2204" y="16651"/>
                    <a:pt x="1289" y="14870"/>
                  </a:cubicBezTo>
                  <a:cubicBezTo>
                    <a:pt x="376" y="13094"/>
                    <a:pt x="-51" y="11141"/>
                    <a:pt x="5" y="9201"/>
                  </a:cubicBezTo>
                  <a:cubicBezTo>
                    <a:pt x="58" y="7260"/>
                    <a:pt x="595" y="5334"/>
                    <a:pt x="1606" y="3615"/>
                  </a:cubicBezTo>
                  <a:cubicBezTo>
                    <a:pt x="1670" y="3510"/>
                    <a:pt x="1767" y="3423"/>
                    <a:pt x="1889" y="3375"/>
                  </a:cubicBezTo>
                  <a:lnTo>
                    <a:pt x="10427" y="39"/>
                  </a:lnTo>
                  <a:cubicBezTo>
                    <a:pt x="10553" y="-10"/>
                    <a:pt x="10697" y="-15"/>
                    <a:pt x="10833" y="39"/>
                  </a:cubicBezTo>
                  <a:lnTo>
                    <a:pt x="19347" y="3367"/>
                  </a:lnTo>
                  <a:cubicBezTo>
                    <a:pt x="19473" y="3410"/>
                    <a:pt x="19582" y="3493"/>
                    <a:pt x="19654" y="3617"/>
                  </a:cubicBezTo>
                  <a:cubicBezTo>
                    <a:pt x="20569" y="5175"/>
                    <a:pt x="21095" y="6899"/>
                    <a:pt x="21226" y="8651"/>
                  </a:cubicBezTo>
                  <a:cubicBezTo>
                    <a:pt x="21351" y="10300"/>
                    <a:pt x="21127" y="11971"/>
                    <a:pt x="20548" y="13552"/>
                  </a:cubicBezTo>
                  <a:close/>
                  <a:moveTo>
                    <a:pt x="19296" y="13830"/>
                  </a:moveTo>
                  <a:cubicBezTo>
                    <a:pt x="18605" y="13129"/>
                    <a:pt x="17644" y="12698"/>
                    <a:pt x="16585" y="12698"/>
                  </a:cubicBezTo>
                  <a:cubicBezTo>
                    <a:pt x="15525" y="12698"/>
                    <a:pt x="14564" y="13132"/>
                    <a:pt x="13870" y="13830"/>
                  </a:cubicBezTo>
                  <a:cubicBezTo>
                    <a:pt x="13176" y="14531"/>
                    <a:pt x="12749" y="15498"/>
                    <a:pt x="12749" y="16570"/>
                  </a:cubicBezTo>
                  <a:cubicBezTo>
                    <a:pt x="12749" y="16934"/>
                    <a:pt x="12800" y="17284"/>
                    <a:pt x="12891" y="17619"/>
                  </a:cubicBezTo>
                  <a:cubicBezTo>
                    <a:pt x="13038" y="18217"/>
                    <a:pt x="13419" y="18845"/>
                    <a:pt x="13844" y="19281"/>
                  </a:cubicBezTo>
                  <a:cubicBezTo>
                    <a:pt x="14639" y="20030"/>
                    <a:pt x="15477" y="20440"/>
                    <a:pt x="16585" y="20440"/>
                  </a:cubicBezTo>
                  <a:cubicBezTo>
                    <a:pt x="17607" y="20440"/>
                    <a:pt x="18576" y="20036"/>
                    <a:pt x="19299" y="19305"/>
                  </a:cubicBezTo>
                  <a:cubicBezTo>
                    <a:pt x="19990" y="18607"/>
                    <a:pt x="20420" y="17637"/>
                    <a:pt x="20420" y="16568"/>
                  </a:cubicBezTo>
                  <a:cubicBezTo>
                    <a:pt x="20420" y="15501"/>
                    <a:pt x="19990" y="14533"/>
                    <a:pt x="19296" y="13830"/>
                  </a:cubicBezTo>
                  <a:close/>
                </a:path>
              </a:pathLst>
            </a:custGeom>
            <a:solidFill>
              <a:srgbClr val="F1F1F1"/>
            </a:solidFill>
            <a:ln w="12700" cap="flat">
              <a:noFill/>
              <a:miter lim="400000"/>
            </a:ln>
            <a:effectLst/>
          </p:spPr>
          <p:txBody>
            <a:bodyPr wrap="square" lIns="101600" tIns="101600" rIns="101600" bIns="101600" numCol="1" anchor="ctr">
              <a:noAutofit/>
            </a:bodyPr>
            <a:lstStyle/>
            <a:p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es-MX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sym typeface="Helvetica Neue Medium"/>
              </a:endParaRP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87E26C33-6C6A-C28D-E266-D9E1C3AC0EE8}"/>
              </a:ext>
            </a:extLst>
          </p:cNvPr>
          <p:cNvSpPr txBox="1"/>
          <p:nvPr userDrawn="1"/>
        </p:nvSpPr>
        <p:spPr>
          <a:xfrm>
            <a:off x="3901859" y="6338691"/>
            <a:ext cx="4658247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T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orre de </a:t>
            </a:r>
            <a:r>
              <a:rPr lang="es-MX" sz="120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O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peración y </a:t>
            </a:r>
            <a:r>
              <a:rPr lang="es-MX" sz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R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espuesta </a:t>
            </a:r>
            <a:r>
              <a:rPr lang="es-MX" sz="1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U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nificada de </a:t>
            </a:r>
            <a:r>
              <a:rPr lang="es-MX" sz="120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S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ervicios TI</a:t>
            </a:r>
          </a:p>
        </p:txBody>
      </p:sp>
      <p:pic>
        <p:nvPicPr>
          <p:cNvPr id="3" name="Imagen" descr="Imagen">
            <a:extLst>
              <a:ext uri="{FF2B5EF4-FFF2-40B4-BE49-F238E27FC236}">
                <a16:creationId xmlns:a16="http://schemas.microsoft.com/office/drawing/2014/main" id="{5EE72B4D-4F25-651E-72A2-828C6F4241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72802" y="6593578"/>
            <a:ext cx="846397" cy="211403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327EE2D-CF21-0DAE-1569-9CE44000E5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encilSketch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305281"/>
            <a:ext cx="929621" cy="51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1151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OPERAR SIN DISRRUPCION EN TI &amp; SEGURIDA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image18.tif" descr="image18.tif"/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 flipH="1">
            <a:off x="0" y="0"/>
            <a:ext cx="12192000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Rectángulo redondeado"/>
          <p:cNvSpPr/>
          <p:nvPr/>
        </p:nvSpPr>
        <p:spPr>
          <a:xfrm>
            <a:off x="-1" y="-20532"/>
            <a:ext cx="12192002" cy="848344"/>
          </a:xfrm>
          <a:prstGeom prst="roundRect">
            <a:avLst>
              <a:gd name="adj" fmla="val 0"/>
            </a:avLst>
          </a:prstGeom>
          <a:solidFill>
            <a:srgbClr val="DDDDD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1219169">
              <a:lnSpc>
                <a:spcPct val="100000"/>
              </a:lnSpc>
              <a:spcBef>
                <a:spcPts val="0"/>
              </a:spcBef>
              <a:defRPr sz="3200" spc="-64">
                <a:latin typeface="Aptos"/>
                <a:ea typeface="Aptos"/>
                <a:cs typeface="Aptos"/>
                <a:sym typeface="Aptos"/>
              </a:defRPr>
            </a:pPr>
            <a:endParaRPr sz="1600"/>
          </a:p>
        </p:txBody>
      </p:sp>
      <p:sp>
        <p:nvSpPr>
          <p:cNvPr id="135" name="Ventas…"/>
          <p:cNvSpPr txBox="1"/>
          <p:nvPr/>
        </p:nvSpPr>
        <p:spPr>
          <a:xfrm>
            <a:off x="633071" y="88106"/>
            <a:ext cx="1458091" cy="631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defTabSz="1219169">
              <a:lnSpc>
                <a:spcPct val="80000"/>
              </a:lnSpc>
              <a:spcBef>
                <a:spcPts val="0"/>
              </a:spcBef>
              <a:defRPr sz="3100" spc="-92">
                <a:solidFill>
                  <a:srgbClr val="535353"/>
                </a:solidFill>
                <a:latin typeface="Aptos Display Bold"/>
                <a:ea typeface="Aptos Display Bold"/>
                <a:cs typeface="Aptos Display Bold"/>
                <a:sym typeface="Aptos Display Bold"/>
              </a:defRPr>
            </a:pPr>
            <a:r>
              <a:rPr lang="es-MX" sz="1550"/>
              <a:t>OPERAR SIN </a:t>
            </a:r>
          </a:p>
          <a:p>
            <a:pPr defTabSz="1219169">
              <a:lnSpc>
                <a:spcPct val="80000"/>
              </a:lnSpc>
              <a:spcBef>
                <a:spcPts val="0"/>
              </a:spcBef>
              <a:defRPr sz="3100" spc="-92">
                <a:solidFill>
                  <a:srgbClr val="535353"/>
                </a:solidFill>
                <a:latin typeface="Aptos Display Bold"/>
                <a:ea typeface="Aptos Display Bold"/>
                <a:cs typeface="Aptos Display Bold"/>
                <a:sym typeface="Aptos Display Bold"/>
              </a:defRPr>
            </a:pPr>
            <a:r>
              <a:rPr lang="es-MX" sz="1550"/>
              <a:t>DISRRUPCION  EN</a:t>
            </a:r>
          </a:p>
          <a:p>
            <a:pPr defTabSz="1219169">
              <a:lnSpc>
                <a:spcPct val="80000"/>
              </a:lnSpc>
              <a:spcBef>
                <a:spcPts val="0"/>
              </a:spcBef>
              <a:defRPr sz="3100" spc="-92">
                <a:solidFill>
                  <a:srgbClr val="535353"/>
                </a:solidFill>
                <a:latin typeface="Aptos Display Bold"/>
                <a:ea typeface="Aptos Display Bold"/>
                <a:cs typeface="Aptos Display Bold"/>
                <a:sym typeface="Aptos Display Bold"/>
              </a:defRPr>
            </a:pPr>
            <a:r>
              <a:rPr lang="es-MX" sz="1550"/>
              <a:t>TI &amp; SEGURIDAD</a:t>
            </a:r>
            <a:endParaRPr sz="1550"/>
          </a:p>
        </p:txBody>
      </p:sp>
      <p:sp>
        <p:nvSpPr>
          <p:cNvPr id="136" name="Línea"/>
          <p:cNvSpPr/>
          <p:nvPr/>
        </p:nvSpPr>
        <p:spPr>
          <a:xfrm flipV="1">
            <a:off x="2286471" y="31000"/>
            <a:ext cx="1" cy="731309"/>
          </a:xfrm>
          <a:prstGeom prst="line">
            <a:avLst/>
          </a:prstGeom>
          <a:ln w="25400">
            <a:solidFill>
              <a:srgbClr val="A7A7A7"/>
            </a:solidFill>
          </a:ln>
        </p:spPr>
        <p:txBody>
          <a:bodyPr lIns="22859" tIns="22859" rIns="22859" bIns="22859"/>
          <a:lstStyle/>
          <a:p>
            <a:pPr defTabSz="1219169"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137" name="Línea"/>
          <p:cNvSpPr/>
          <p:nvPr/>
        </p:nvSpPr>
        <p:spPr>
          <a:xfrm>
            <a:off x="10258405" y="-7062"/>
            <a:ext cx="1" cy="821403"/>
          </a:xfrm>
          <a:prstGeom prst="line">
            <a:avLst/>
          </a:prstGeom>
          <a:ln w="38100" cap="rnd">
            <a:solidFill>
              <a:srgbClr val="A7A7A7"/>
            </a:solidFill>
            <a:custDash>
              <a:ds d="100000" sp="200000"/>
            </a:custDash>
          </a:ln>
        </p:spPr>
        <p:txBody>
          <a:bodyPr lIns="22859" tIns="22859" rIns="22859" bIns="22859"/>
          <a:lstStyle/>
          <a:p>
            <a:pPr defTabSz="1219169"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138" name="Línea"/>
          <p:cNvSpPr/>
          <p:nvPr/>
        </p:nvSpPr>
        <p:spPr>
          <a:xfrm>
            <a:off x="11543038" y="-7062"/>
            <a:ext cx="1" cy="821403"/>
          </a:xfrm>
          <a:prstGeom prst="line">
            <a:avLst/>
          </a:prstGeom>
          <a:ln w="38100" cap="rnd">
            <a:solidFill>
              <a:srgbClr val="A7A7A7"/>
            </a:solidFill>
            <a:custDash>
              <a:ds d="100000" sp="200000"/>
            </a:custDash>
          </a:ln>
        </p:spPr>
        <p:txBody>
          <a:bodyPr lIns="22859" tIns="22859" rIns="22859" bIns="22859"/>
          <a:lstStyle/>
          <a:p>
            <a:pPr defTabSz="1219169"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sz="900"/>
          </a:p>
        </p:txBody>
      </p:sp>
      <p:sp>
        <p:nvSpPr>
          <p:cNvPr id="149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8518634" y="6268380"/>
            <a:ext cx="218967" cy="175942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 defTabSz="1219169">
              <a:lnSpc>
                <a:spcPct val="90000"/>
              </a:lnSpc>
              <a:spcBef>
                <a:spcPts val="2250"/>
              </a:spcBef>
              <a:defRPr sz="600">
                <a:latin typeface="Aptos"/>
                <a:ea typeface="Aptos"/>
                <a:cs typeface="Aptos"/>
                <a:sym typeface="Aptos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5EDF4603-F895-1EBC-6544-104572751092}"/>
              </a:ext>
            </a:extLst>
          </p:cNvPr>
          <p:cNvGrpSpPr/>
          <p:nvPr userDrawn="1"/>
        </p:nvGrpSpPr>
        <p:grpSpPr>
          <a:xfrm>
            <a:off x="31902" y="71727"/>
            <a:ext cx="617060" cy="631103"/>
            <a:chOff x="-1892198" y="11071233"/>
            <a:chExt cx="1298452" cy="1298328"/>
          </a:xfrm>
        </p:grpSpPr>
        <p:sp>
          <p:nvSpPr>
            <p:cNvPr id="53" name="Figura">
              <a:extLst>
                <a:ext uri="{FF2B5EF4-FFF2-40B4-BE49-F238E27FC236}">
                  <a16:creationId xmlns:a16="http://schemas.microsoft.com/office/drawing/2014/main" id="{8EEF64C8-1E17-3DE1-5A4C-7C0F123F40BC}"/>
                </a:ext>
              </a:extLst>
            </p:cNvPr>
            <p:cNvSpPr/>
            <p:nvPr/>
          </p:nvSpPr>
          <p:spPr>
            <a:xfrm>
              <a:off x="-1892198" y="11071233"/>
              <a:ext cx="1298452" cy="1298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70" h="20771" extrusionOk="0">
                  <a:moveTo>
                    <a:pt x="7379" y="19526"/>
                  </a:moveTo>
                  <a:lnTo>
                    <a:pt x="1244" y="13391"/>
                  </a:lnTo>
                  <a:cubicBezTo>
                    <a:pt x="-415" y="11731"/>
                    <a:pt x="-415" y="9039"/>
                    <a:pt x="1244" y="7374"/>
                  </a:cubicBezTo>
                  <a:lnTo>
                    <a:pt x="7379" y="1244"/>
                  </a:lnTo>
                  <a:cubicBezTo>
                    <a:pt x="9039" y="-415"/>
                    <a:pt x="11731" y="-415"/>
                    <a:pt x="13396" y="1244"/>
                  </a:cubicBezTo>
                  <a:lnTo>
                    <a:pt x="19526" y="7374"/>
                  </a:lnTo>
                  <a:cubicBezTo>
                    <a:pt x="21185" y="9033"/>
                    <a:pt x="21185" y="11725"/>
                    <a:pt x="19526" y="13391"/>
                  </a:cubicBezTo>
                  <a:lnTo>
                    <a:pt x="13391" y="19526"/>
                  </a:lnTo>
                  <a:cubicBezTo>
                    <a:pt x="11731" y="21185"/>
                    <a:pt x="9039" y="21185"/>
                    <a:pt x="7379" y="1952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AD2D19"/>
                </a:gs>
                <a:gs pos="100000">
                  <a:srgbClr val="CF3823"/>
                </a:gs>
              </a:gsLst>
              <a:lin ang="15669412" scaled="0"/>
            </a:gradFill>
            <a:ln w="12700" cap="flat">
              <a:noFill/>
              <a:miter lim="400000"/>
            </a:ln>
            <a:effectLst/>
          </p:spPr>
          <p:txBody>
            <a:bodyPr wrap="square" lIns="101600" tIns="101600" rIns="101600" bIns="101600" numCol="1" anchor="ctr">
              <a:noAutofit/>
            </a:bodyPr>
            <a:lstStyle/>
            <a:p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es-MX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sym typeface="Helvetica Neue Medium"/>
              </a:endParaRPr>
            </a:p>
          </p:txBody>
        </p:sp>
        <p:sp>
          <p:nvSpPr>
            <p:cNvPr id="54" name="Figura">
              <a:extLst>
                <a:ext uri="{FF2B5EF4-FFF2-40B4-BE49-F238E27FC236}">
                  <a16:creationId xmlns:a16="http://schemas.microsoft.com/office/drawing/2014/main" id="{3A21C334-689E-A2DE-D31B-2CD917973C75}"/>
                </a:ext>
              </a:extLst>
            </p:cNvPr>
            <p:cNvSpPr/>
            <p:nvPr/>
          </p:nvSpPr>
          <p:spPr>
            <a:xfrm>
              <a:off x="-1600067" y="11366212"/>
              <a:ext cx="714207" cy="7085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9" h="21585" extrusionOk="0">
                  <a:moveTo>
                    <a:pt x="16230" y="18360"/>
                  </a:moveTo>
                  <a:cubicBezTo>
                    <a:pt x="16219" y="18341"/>
                    <a:pt x="16208" y="18325"/>
                    <a:pt x="16200" y="18306"/>
                  </a:cubicBezTo>
                  <a:lnTo>
                    <a:pt x="15226" y="16543"/>
                  </a:lnTo>
                  <a:lnTo>
                    <a:pt x="15031" y="16543"/>
                  </a:lnTo>
                  <a:cubicBezTo>
                    <a:pt x="14719" y="16543"/>
                    <a:pt x="14466" y="16287"/>
                    <a:pt x="14466" y="15972"/>
                  </a:cubicBezTo>
                  <a:cubicBezTo>
                    <a:pt x="14466" y="15657"/>
                    <a:pt x="14719" y="15401"/>
                    <a:pt x="15031" y="15401"/>
                  </a:cubicBezTo>
                  <a:lnTo>
                    <a:pt x="15557" y="15401"/>
                  </a:lnTo>
                  <a:cubicBezTo>
                    <a:pt x="15787" y="15401"/>
                    <a:pt x="15984" y="15538"/>
                    <a:pt x="16072" y="15738"/>
                  </a:cubicBezTo>
                  <a:lnTo>
                    <a:pt x="16699" y="16872"/>
                  </a:lnTo>
                  <a:lnTo>
                    <a:pt x="17626" y="14762"/>
                  </a:lnTo>
                  <a:cubicBezTo>
                    <a:pt x="17751" y="14474"/>
                    <a:pt x="18085" y="14345"/>
                    <a:pt x="18370" y="14471"/>
                  </a:cubicBezTo>
                  <a:cubicBezTo>
                    <a:pt x="18656" y="14598"/>
                    <a:pt x="18784" y="14935"/>
                    <a:pt x="18659" y="15223"/>
                  </a:cubicBezTo>
                  <a:lnTo>
                    <a:pt x="17276" y="18378"/>
                  </a:lnTo>
                  <a:cubicBezTo>
                    <a:pt x="17228" y="18486"/>
                    <a:pt x="17145" y="18583"/>
                    <a:pt x="17033" y="18645"/>
                  </a:cubicBezTo>
                  <a:cubicBezTo>
                    <a:pt x="16761" y="18799"/>
                    <a:pt x="16419" y="18699"/>
                    <a:pt x="16267" y="18424"/>
                  </a:cubicBezTo>
                  <a:lnTo>
                    <a:pt x="16230" y="18360"/>
                  </a:lnTo>
                  <a:close/>
                  <a:moveTo>
                    <a:pt x="18538" y="11960"/>
                  </a:moveTo>
                  <a:cubicBezTo>
                    <a:pt x="18944" y="12135"/>
                    <a:pt x="19323" y="12367"/>
                    <a:pt x="19667" y="12639"/>
                  </a:cubicBezTo>
                  <a:cubicBezTo>
                    <a:pt x="20057" y="11370"/>
                    <a:pt x="20204" y="10044"/>
                    <a:pt x="20105" y="8734"/>
                  </a:cubicBezTo>
                  <a:cubicBezTo>
                    <a:pt x="19990" y="7220"/>
                    <a:pt x="19550" y="5725"/>
                    <a:pt x="18784" y="4364"/>
                  </a:cubicBezTo>
                  <a:lnTo>
                    <a:pt x="10630" y="1179"/>
                  </a:lnTo>
                  <a:lnTo>
                    <a:pt x="2479" y="4364"/>
                  </a:lnTo>
                  <a:cubicBezTo>
                    <a:pt x="1630" y="5875"/>
                    <a:pt x="1177" y="7551"/>
                    <a:pt x="1131" y="9236"/>
                  </a:cubicBezTo>
                  <a:cubicBezTo>
                    <a:pt x="1083" y="10984"/>
                    <a:pt x="1468" y="12747"/>
                    <a:pt x="2292" y="14353"/>
                  </a:cubicBezTo>
                  <a:cubicBezTo>
                    <a:pt x="3114" y="15956"/>
                    <a:pt x="4318" y="17287"/>
                    <a:pt x="5762" y="18254"/>
                  </a:cubicBezTo>
                  <a:cubicBezTo>
                    <a:pt x="7193" y="19214"/>
                    <a:pt x="8863" y="19812"/>
                    <a:pt x="10630" y="19960"/>
                  </a:cubicBezTo>
                  <a:cubicBezTo>
                    <a:pt x="11111" y="19920"/>
                    <a:pt x="11578" y="19847"/>
                    <a:pt x="12031" y="19747"/>
                  </a:cubicBezTo>
                  <a:cubicBezTo>
                    <a:pt x="12232" y="19701"/>
                    <a:pt x="12429" y="19650"/>
                    <a:pt x="12627" y="19594"/>
                  </a:cubicBezTo>
                  <a:cubicBezTo>
                    <a:pt x="12368" y="19249"/>
                    <a:pt x="12152" y="18869"/>
                    <a:pt x="11986" y="18462"/>
                  </a:cubicBezTo>
                  <a:cubicBezTo>
                    <a:pt x="11861" y="18492"/>
                    <a:pt x="11733" y="18519"/>
                    <a:pt x="11602" y="18543"/>
                  </a:cubicBezTo>
                  <a:cubicBezTo>
                    <a:pt x="11295" y="18602"/>
                    <a:pt x="10988" y="18642"/>
                    <a:pt x="10681" y="18667"/>
                  </a:cubicBezTo>
                  <a:cubicBezTo>
                    <a:pt x="10649" y="18669"/>
                    <a:pt x="10617" y="18669"/>
                    <a:pt x="10585" y="18667"/>
                  </a:cubicBezTo>
                  <a:cubicBezTo>
                    <a:pt x="9066" y="18545"/>
                    <a:pt x="7630" y="18034"/>
                    <a:pt x="6400" y="17209"/>
                  </a:cubicBezTo>
                  <a:cubicBezTo>
                    <a:pt x="5170" y="16387"/>
                    <a:pt x="4145" y="15250"/>
                    <a:pt x="3443" y="13884"/>
                  </a:cubicBezTo>
                  <a:cubicBezTo>
                    <a:pt x="2743" y="12520"/>
                    <a:pt x="2415" y="11019"/>
                    <a:pt x="2458" y="9529"/>
                  </a:cubicBezTo>
                  <a:cubicBezTo>
                    <a:pt x="2501" y="8039"/>
                    <a:pt x="2912" y="6560"/>
                    <a:pt x="3688" y="5237"/>
                  </a:cubicBezTo>
                  <a:cubicBezTo>
                    <a:pt x="3752" y="5132"/>
                    <a:pt x="3848" y="5045"/>
                    <a:pt x="3971" y="4997"/>
                  </a:cubicBezTo>
                  <a:lnTo>
                    <a:pt x="10430" y="2472"/>
                  </a:lnTo>
                  <a:cubicBezTo>
                    <a:pt x="10555" y="2424"/>
                    <a:pt x="10700" y="2418"/>
                    <a:pt x="10836" y="2472"/>
                  </a:cubicBezTo>
                  <a:lnTo>
                    <a:pt x="17268" y="4986"/>
                  </a:lnTo>
                  <a:cubicBezTo>
                    <a:pt x="17393" y="5029"/>
                    <a:pt x="17503" y="5113"/>
                    <a:pt x="17575" y="5237"/>
                  </a:cubicBezTo>
                  <a:cubicBezTo>
                    <a:pt x="18221" y="6336"/>
                    <a:pt x="18613" y="7543"/>
                    <a:pt x="18752" y="8775"/>
                  </a:cubicBezTo>
                  <a:cubicBezTo>
                    <a:pt x="18869" y="9834"/>
                    <a:pt x="18800" y="10914"/>
                    <a:pt x="18538" y="11960"/>
                  </a:cubicBezTo>
                  <a:close/>
                  <a:moveTo>
                    <a:pt x="20548" y="13552"/>
                  </a:moveTo>
                  <a:cubicBezTo>
                    <a:pt x="21178" y="14390"/>
                    <a:pt x="21549" y="15436"/>
                    <a:pt x="21549" y="16570"/>
                  </a:cubicBezTo>
                  <a:cubicBezTo>
                    <a:pt x="21549" y="17953"/>
                    <a:pt x="20994" y="19206"/>
                    <a:pt x="20094" y="20114"/>
                  </a:cubicBezTo>
                  <a:cubicBezTo>
                    <a:pt x="19160" y="21057"/>
                    <a:pt x="17906" y="21585"/>
                    <a:pt x="16585" y="21585"/>
                  </a:cubicBezTo>
                  <a:cubicBezTo>
                    <a:pt x="15424" y="21585"/>
                    <a:pt x="14353" y="21181"/>
                    <a:pt x="13507" y="20504"/>
                  </a:cubicBezTo>
                  <a:cubicBezTo>
                    <a:pt x="13107" y="20645"/>
                    <a:pt x="12696" y="20760"/>
                    <a:pt x="12274" y="20855"/>
                  </a:cubicBezTo>
                  <a:cubicBezTo>
                    <a:pt x="11749" y="20973"/>
                    <a:pt x="11215" y="21057"/>
                    <a:pt x="10684" y="21097"/>
                  </a:cubicBezTo>
                  <a:cubicBezTo>
                    <a:pt x="10652" y="21100"/>
                    <a:pt x="10620" y="21100"/>
                    <a:pt x="10588" y="21097"/>
                  </a:cubicBezTo>
                  <a:cubicBezTo>
                    <a:pt x="8610" y="20941"/>
                    <a:pt x="6744" y="20273"/>
                    <a:pt x="5140" y="19200"/>
                  </a:cubicBezTo>
                  <a:cubicBezTo>
                    <a:pt x="3539" y="18128"/>
                    <a:pt x="2204" y="16651"/>
                    <a:pt x="1289" y="14870"/>
                  </a:cubicBezTo>
                  <a:cubicBezTo>
                    <a:pt x="376" y="13094"/>
                    <a:pt x="-51" y="11141"/>
                    <a:pt x="5" y="9201"/>
                  </a:cubicBezTo>
                  <a:cubicBezTo>
                    <a:pt x="58" y="7260"/>
                    <a:pt x="595" y="5334"/>
                    <a:pt x="1606" y="3615"/>
                  </a:cubicBezTo>
                  <a:cubicBezTo>
                    <a:pt x="1670" y="3510"/>
                    <a:pt x="1767" y="3423"/>
                    <a:pt x="1889" y="3375"/>
                  </a:cubicBezTo>
                  <a:lnTo>
                    <a:pt x="10427" y="39"/>
                  </a:lnTo>
                  <a:cubicBezTo>
                    <a:pt x="10553" y="-10"/>
                    <a:pt x="10697" y="-15"/>
                    <a:pt x="10833" y="39"/>
                  </a:cubicBezTo>
                  <a:lnTo>
                    <a:pt x="19347" y="3367"/>
                  </a:lnTo>
                  <a:cubicBezTo>
                    <a:pt x="19473" y="3410"/>
                    <a:pt x="19582" y="3493"/>
                    <a:pt x="19654" y="3617"/>
                  </a:cubicBezTo>
                  <a:cubicBezTo>
                    <a:pt x="20569" y="5175"/>
                    <a:pt x="21095" y="6899"/>
                    <a:pt x="21226" y="8651"/>
                  </a:cubicBezTo>
                  <a:cubicBezTo>
                    <a:pt x="21351" y="10300"/>
                    <a:pt x="21127" y="11971"/>
                    <a:pt x="20548" y="13552"/>
                  </a:cubicBezTo>
                  <a:close/>
                  <a:moveTo>
                    <a:pt x="19296" y="13830"/>
                  </a:moveTo>
                  <a:cubicBezTo>
                    <a:pt x="18605" y="13129"/>
                    <a:pt x="17644" y="12698"/>
                    <a:pt x="16585" y="12698"/>
                  </a:cubicBezTo>
                  <a:cubicBezTo>
                    <a:pt x="15525" y="12698"/>
                    <a:pt x="14564" y="13132"/>
                    <a:pt x="13870" y="13830"/>
                  </a:cubicBezTo>
                  <a:cubicBezTo>
                    <a:pt x="13176" y="14531"/>
                    <a:pt x="12749" y="15498"/>
                    <a:pt x="12749" y="16570"/>
                  </a:cubicBezTo>
                  <a:cubicBezTo>
                    <a:pt x="12749" y="16934"/>
                    <a:pt x="12800" y="17284"/>
                    <a:pt x="12891" y="17619"/>
                  </a:cubicBezTo>
                  <a:cubicBezTo>
                    <a:pt x="13038" y="18217"/>
                    <a:pt x="13419" y="18845"/>
                    <a:pt x="13844" y="19281"/>
                  </a:cubicBezTo>
                  <a:cubicBezTo>
                    <a:pt x="14639" y="20030"/>
                    <a:pt x="15477" y="20440"/>
                    <a:pt x="16585" y="20440"/>
                  </a:cubicBezTo>
                  <a:cubicBezTo>
                    <a:pt x="17607" y="20440"/>
                    <a:pt x="18576" y="20036"/>
                    <a:pt x="19299" y="19305"/>
                  </a:cubicBezTo>
                  <a:cubicBezTo>
                    <a:pt x="19990" y="18607"/>
                    <a:pt x="20420" y="17637"/>
                    <a:pt x="20420" y="16568"/>
                  </a:cubicBezTo>
                  <a:cubicBezTo>
                    <a:pt x="20420" y="15501"/>
                    <a:pt x="19990" y="14533"/>
                    <a:pt x="19296" y="13830"/>
                  </a:cubicBezTo>
                  <a:close/>
                </a:path>
              </a:pathLst>
            </a:custGeom>
            <a:solidFill>
              <a:srgbClr val="F1F1F1"/>
            </a:solidFill>
            <a:ln w="12700" cap="flat">
              <a:noFill/>
              <a:miter lim="400000"/>
            </a:ln>
            <a:effectLst/>
          </p:spPr>
          <p:txBody>
            <a:bodyPr wrap="square" lIns="101600" tIns="101600" rIns="101600" bIns="101600" numCol="1" anchor="ctr">
              <a:noAutofit/>
            </a:bodyPr>
            <a:lstStyle/>
            <a:p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es-MX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sym typeface="Helvetica Neue Medium"/>
              </a:endParaRPr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63E68A3A-6EF9-01ED-8D46-DAA1403F5D67}"/>
              </a:ext>
            </a:extLst>
          </p:cNvPr>
          <p:cNvGrpSpPr/>
          <p:nvPr userDrawn="1"/>
        </p:nvGrpSpPr>
        <p:grpSpPr>
          <a:xfrm>
            <a:off x="4480239" y="1480930"/>
            <a:ext cx="3231523" cy="3190708"/>
            <a:chOff x="-1892198" y="11071233"/>
            <a:chExt cx="1298452" cy="1298328"/>
          </a:xfrm>
        </p:grpSpPr>
        <p:sp>
          <p:nvSpPr>
            <p:cNvPr id="6" name="Figura">
              <a:extLst>
                <a:ext uri="{FF2B5EF4-FFF2-40B4-BE49-F238E27FC236}">
                  <a16:creationId xmlns:a16="http://schemas.microsoft.com/office/drawing/2014/main" id="{3B88C51F-C34C-0F76-F3C0-952AAE2BB8E8}"/>
                </a:ext>
              </a:extLst>
            </p:cNvPr>
            <p:cNvSpPr/>
            <p:nvPr/>
          </p:nvSpPr>
          <p:spPr>
            <a:xfrm>
              <a:off x="-1892198" y="11071233"/>
              <a:ext cx="1298452" cy="1298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70" h="20771" extrusionOk="0">
                  <a:moveTo>
                    <a:pt x="7379" y="19526"/>
                  </a:moveTo>
                  <a:lnTo>
                    <a:pt x="1244" y="13391"/>
                  </a:lnTo>
                  <a:cubicBezTo>
                    <a:pt x="-415" y="11731"/>
                    <a:pt x="-415" y="9039"/>
                    <a:pt x="1244" y="7374"/>
                  </a:cubicBezTo>
                  <a:lnTo>
                    <a:pt x="7379" y="1244"/>
                  </a:lnTo>
                  <a:cubicBezTo>
                    <a:pt x="9039" y="-415"/>
                    <a:pt x="11731" y="-415"/>
                    <a:pt x="13396" y="1244"/>
                  </a:cubicBezTo>
                  <a:lnTo>
                    <a:pt x="19526" y="7374"/>
                  </a:lnTo>
                  <a:cubicBezTo>
                    <a:pt x="21185" y="9033"/>
                    <a:pt x="21185" y="11725"/>
                    <a:pt x="19526" y="13391"/>
                  </a:cubicBezTo>
                  <a:lnTo>
                    <a:pt x="13391" y="19526"/>
                  </a:lnTo>
                  <a:cubicBezTo>
                    <a:pt x="11731" y="21185"/>
                    <a:pt x="9039" y="21185"/>
                    <a:pt x="7379" y="19526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101600" tIns="101600" rIns="101600" bIns="101600" numCol="1" anchor="ctr">
              <a:noAutofit/>
            </a:bodyPr>
            <a:lstStyle/>
            <a:p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es-MX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sym typeface="Helvetica Neue Medium"/>
              </a:endParaRPr>
            </a:p>
          </p:txBody>
        </p:sp>
        <p:sp>
          <p:nvSpPr>
            <p:cNvPr id="7" name="Figura">
              <a:extLst>
                <a:ext uri="{FF2B5EF4-FFF2-40B4-BE49-F238E27FC236}">
                  <a16:creationId xmlns:a16="http://schemas.microsoft.com/office/drawing/2014/main" id="{A379151D-4C90-84F0-3315-DF683DB43E3E}"/>
                </a:ext>
              </a:extLst>
            </p:cNvPr>
            <p:cNvSpPr/>
            <p:nvPr/>
          </p:nvSpPr>
          <p:spPr>
            <a:xfrm>
              <a:off x="-1600067" y="11366212"/>
              <a:ext cx="714207" cy="7085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9" h="21585" extrusionOk="0">
                  <a:moveTo>
                    <a:pt x="16230" y="18360"/>
                  </a:moveTo>
                  <a:cubicBezTo>
                    <a:pt x="16219" y="18341"/>
                    <a:pt x="16208" y="18325"/>
                    <a:pt x="16200" y="18306"/>
                  </a:cubicBezTo>
                  <a:lnTo>
                    <a:pt x="15226" y="16543"/>
                  </a:lnTo>
                  <a:lnTo>
                    <a:pt x="15031" y="16543"/>
                  </a:lnTo>
                  <a:cubicBezTo>
                    <a:pt x="14719" y="16543"/>
                    <a:pt x="14466" y="16287"/>
                    <a:pt x="14466" y="15972"/>
                  </a:cubicBezTo>
                  <a:cubicBezTo>
                    <a:pt x="14466" y="15657"/>
                    <a:pt x="14719" y="15401"/>
                    <a:pt x="15031" y="15401"/>
                  </a:cubicBezTo>
                  <a:lnTo>
                    <a:pt x="15557" y="15401"/>
                  </a:lnTo>
                  <a:cubicBezTo>
                    <a:pt x="15787" y="15401"/>
                    <a:pt x="15984" y="15538"/>
                    <a:pt x="16072" y="15738"/>
                  </a:cubicBezTo>
                  <a:lnTo>
                    <a:pt x="16699" y="16872"/>
                  </a:lnTo>
                  <a:lnTo>
                    <a:pt x="17626" y="14762"/>
                  </a:lnTo>
                  <a:cubicBezTo>
                    <a:pt x="17751" y="14474"/>
                    <a:pt x="18085" y="14345"/>
                    <a:pt x="18370" y="14471"/>
                  </a:cubicBezTo>
                  <a:cubicBezTo>
                    <a:pt x="18656" y="14598"/>
                    <a:pt x="18784" y="14935"/>
                    <a:pt x="18659" y="15223"/>
                  </a:cubicBezTo>
                  <a:lnTo>
                    <a:pt x="17276" y="18378"/>
                  </a:lnTo>
                  <a:cubicBezTo>
                    <a:pt x="17228" y="18486"/>
                    <a:pt x="17145" y="18583"/>
                    <a:pt x="17033" y="18645"/>
                  </a:cubicBezTo>
                  <a:cubicBezTo>
                    <a:pt x="16761" y="18799"/>
                    <a:pt x="16419" y="18699"/>
                    <a:pt x="16267" y="18424"/>
                  </a:cubicBezTo>
                  <a:lnTo>
                    <a:pt x="16230" y="18360"/>
                  </a:lnTo>
                  <a:close/>
                  <a:moveTo>
                    <a:pt x="18538" y="11960"/>
                  </a:moveTo>
                  <a:cubicBezTo>
                    <a:pt x="18944" y="12135"/>
                    <a:pt x="19323" y="12367"/>
                    <a:pt x="19667" y="12639"/>
                  </a:cubicBezTo>
                  <a:cubicBezTo>
                    <a:pt x="20057" y="11370"/>
                    <a:pt x="20204" y="10044"/>
                    <a:pt x="20105" y="8734"/>
                  </a:cubicBezTo>
                  <a:cubicBezTo>
                    <a:pt x="19990" y="7220"/>
                    <a:pt x="19550" y="5725"/>
                    <a:pt x="18784" y="4364"/>
                  </a:cubicBezTo>
                  <a:lnTo>
                    <a:pt x="10630" y="1179"/>
                  </a:lnTo>
                  <a:lnTo>
                    <a:pt x="2479" y="4364"/>
                  </a:lnTo>
                  <a:cubicBezTo>
                    <a:pt x="1630" y="5875"/>
                    <a:pt x="1177" y="7551"/>
                    <a:pt x="1131" y="9236"/>
                  </a:cubicBezTo>
                  <a:cubicBezTo>
                    <a:pt x="1083" y="10984"/>
                    <a:pt x="1468" y="12747"/>
                    <a:pt x="2292" y="14353"/>
                  </a:cubicBezTo>
                  <a:cubicBezTo>
                    <a:pt x="3114" y="15956"/>
                    <a:pt x="4318" y="17287"/>
                    <a:pt x="5762" y="18254"/>
                  </a:cubicBezTo>
                  <a:cubicBezTo>
                    <a:pt x="7193" y="19214"/>
                    <a:pt x="8863" y="19812"/>
                    <a:pt x="10630" y="19960"/>
                  </a:cubicBezTo>
                  <a:cubicBezTo>
                    <a:pt x="11111" y="19920"/>
                    <a:pt x="11578" y="19847"/>
                    <a:pt x="12031" y="19747"/>
                  </a:cubicBezTo>
                  <a:cubicBezTo>
                    <a:pt x="12232" y="19701"/>
                    <a:pt x="12429" y="19650"/>
                    <a:pt x="12627" y="19594"/>
                  </a:cubicBezTo>
                  <a:cubicBezTo>
                    <a:pt x="12368" y="19249"/>
                    <a:pt x="12152" y="18869"/>
                    <a:pt x="11986" y="18462"/>
                  </a:cubicBezTo>
                  <a:cubicBezTo>
                    <a:pt x="11861" y="18492"/>
                    <a:pt x="11733" y="18519"/>
                    <a:pt x="11602" y="18543"/>
                  </a:cubicBezTo>
                  <a:cubicBezTo>
                    <a:pt x="11295" y="18602"/>
                    <a:pt x="10988" y="18642"/>
                    <a:pt x="10681" y="18667"/>
                  </a:cubicBezTo>
                  <a:cubicBezTo>
                    <a:pt x="10649" y="18669"/>
                    <a:pt x="10617" y="18669"/>
                    <a:pt x="10585" y="18667"/>
                  </a:cubicBezTo>
                  <a:cubicBezTo>
                    <a:pt x="9066" y="18545"/>
                    <a:pt x="7630" y="18034"/>
                    <a:pt x="6400" y="17209"/>
                  </a:cubicBezTo>
                  <a:cubicBezTo>
                    <a:pt x="5170" y="16387"/>
                    <a:pt x="4145" y="15250"/>
                    <a:pt x="3443" y="13884"/>
                  </a:cubicBezTo>
                  <a:cubicBezTo>
                    <a:pt x="2743" y="12520"/>
                    <a:pt x="2415" y="11019"/>
                    <a:pt x="2458" y="9529"/>
                  </a:cubicBezTo>
                  <a:cubicBezTo>
                    <a:pt x="2501" y="8039"/>
                    <a:pt x="2912" y="6560"/>
                    <a:pt x="3688" y="5237"/>
                  </a:cubicBezTo>
                  <a:cubicBezTo>
                    <a:pt x="3752" y="5132"/>
                    <a:pt x="3848" y="5045"/>
                    <a:pt x="3971" y="4997"/>
                  </a:cubicBezTo>
                  <a:lnTo>
                    <a:pt x="10430" y="2472"/>
                  </a:lnTo>
                  <a:cubicBezTo>
                    <a:pt x="10555" y="2424"/>
                    <a:pt x="10700" y="2418"/>
                    <a:pt x="10836" y="2472"/>
                  </a:cubicBezTo>
                  <a:lnTo>
                    <a:pt x="17268" y="4986"/>
                  </a:lnTo>
                  <a:cubicBezTo>
                    <a:pt x="17393" y="5029"/>
                    <a:pt x="17503" y="5113"/>
                    <a:pt x="17575" y="5237"/>
                  </a:cubicBezTo>
                  <a:cubicBezTo>
                    <a:pt x="18221" y="6336"/>
                    <a:pt x="18613" y="7543"/>
                    <a:pt x="18752" y="8775"/>
                  </a:cubicBezTo>
                  <a:cubicBezTo>
                    <a:pt x="18869" y="9834"/>
                    <a:pt x="18800" y="10914"/>
                    <a:pt x="18538" y="11960"/>
                  </a:cubicBezTo>
                  <a:close/>
                  <a:moveTo>
                    <a:pt x="20548" y="13552"/>
                  </a:moveTo>
                  <a:cubicBezTo>
                    <a:pt x="21178" y="14390"/>
                    <a:pt x="21549" y="15436"/>
                    <a:pt x="21549" y="16570"/>
                  </a:cubicBezTo>
                  <a:cubicBezTo>
                    <a:pt x="21549" y="17953"/>
                    <a:pt x="20994" y="19206"/>
                    <a:pt x="20094" y="20114"/>
                  </a:cubicBezTo>
                  <a:cubicBezTo>
                    <a:pt x="19160" y="21057"/>
                    <a:pt x="17906" y="21585"/>
                    <a:pt x="16585" y="21585"/>
                  </a:cubicBezTo>
                  <a:cubicBezTo>
                    <a:pt x="15424" y="21585"/>
                    <a:pt x="14353" y="21181"/>
                    <a:pt x="13507" y="20504"/>
                  </a:cubicBezTo>
                  <a:cubicBezTo>
                    <a:pt x="13107" y="20645"/>
                    <a:pt x="12696" y="20760"/>
                    <a:pt x="12274" y="20855"/>
                  </a:cubicBezTo>
                  <a:cubicBezTo>
                    <a:pt x="11749" y="20973"/>
                    <a:pt x="11215" y="21057"/>
                    <a:pt x="10684" y="21097"/>
                  </a:cubicBezTo>
                  <a:cubicBezTo>
                    <a:pt x="10652" y="21100"/>
                    <a:pt x="10620" y="21100"/>
                    <a:pt x="10588" y="21097"/>
                  </a:cubicBezTo>
                  <a:cubicBezTo>
                    <a:pt x="8610" y="20941"/>
                    <a:pt x="6744" y="20273"/>
                    <a:pt x="5140" y="19200"/>
                  </a:cubicBezTo>
                  <a:cubicBezTo>
                    <a:pt x="3539" y="18128"/>
                    <a:pt x="2204" y="16651"/>
                    <a:pt x="1289" y="14870"/>
                  </a:cubicBezTo>
                  <a:cubicBezTo>
                    <a:pt x="376" y="13094"/>
                    <a:pt x="-51" y="11141"/>
                    <a:pt x="5" y="9201"/>
                  </a:cubicBezTo>
                  <a:cubicBezTo>
                    <a:pt x="58" y="7260"/>
                    <a:pt x="595" y="5334"/>
                    <a:pt x="1606" y="3615"/>
                  </a:cubicBezTo>
                  <a:cubicBezTo>
                    <a:pt x="1670" y="3510"/>
                    <a:pt x="1767" y="3423"/>
                    <a:pt x="1889" y="3375"/>
                  </a:cubicBezTo>
                  <a:lnTo>
                    <a:pt x="10427" y="39"/>
                  </a:lnTo>
                  <a:cubicBezTo>
                    <a:pt x="10553" y="-10"/>
                    <a:pt x="10697" y="-15"/>
                    <a:pt x="10833" y="39"/>
                  </a:cubicBezTo>
                  <a:lnTo>
                    <a:pt x="19347" y="3367"/>
                  </a:lnTo>
                  <a:cubicBezTo>
                    <a:pt x="19473" y="3410"/>
                    <a:pt x="19582" y="3493"/>
                    <a:pt x="19654" y="3617"/>
                  </a:cubicBezTo>
                  <a:cubicBezTo>
                    <a:pt x="20569" y="5175"/>
                    <a:pt x="21095" y="6899"/>
                    <a:pt x="21226" y="8651"/>
                  </a:cubicBezTo>
                  <a:cubicBezTo>
                    <a:pt x="21351" y="10300"/>
                    <a:pt x="21127" y="11971"/>
                    <a:pt x="20548" y="13552"/>
                  </a:cubicBezTo>
                  <a:close/>
                  <a:moveTo>
                    <a:pt x="19296" y="13830"/>
                  </a:moveTo>
                  <a:cubicBezTo>
                    <a:pt x="18605" y="13129"/>
                    <a:pt x="17644" y="12698"/>
                    <a:pt x="16585" y="12698"/>
                  </a:cubicBezTo>
                  <a:cubicBezTo>
                    <a:pt x="15525" y="12698"/>
                    <a:pt x="14564" y="13132"/>
                    <a:pt x="13870" y="13830"/>
                  </a:cubicBezTo>
                  <a:cubicBezTo>
                    <a:pt x="13176" y="14531"/>
                    <a:pt x="12749" y="15498"/>
                    <a:pt x="12749" y="16570"/>
                  </a:cubicBezTo>
                  <a:cubicBezTo>
                    <a:pt x="12749" y="16934"/>
                    <a:pt x="12800" y="17284"/>
                    <a:pt x="12891" y="17619"/>
                  </a:cubicBezTo>
                  <a:cubicBezTo>
                    <a:pt x="13038" y="18217"/>
                    <a:pt x="13419" y="18845"/>
                    <a:pt x="13844" y="19281"/>
                  </a:cubicBezTo>
                  <a:cubicBezTo>
                    <a:pt x="14639" y="20030"/>
                    <a:pt x="15477" y="20440"/>
                    <a:pt x="16585" y="20440"/>
                  </a:cubicBezTo>
                  <a:cubicBezTo>
                    <a:pt x="17607" y="20440"/>
                    <a:pt x="18576" y="20036"/>
                    <a:pt x="19299" y="19305"/>
                  </a:cubicBezTo>
                  <a:cubicBezTo>
                    <a:pt x="19990" y="18607"/>
                    <a:pt x="20420" y="17637"/>
                    <a:pt x="20420" y="16568"/>
                  </a:cubicBezTo>
                  <a:cubicBezTo>
                    <a:pt x="20420" y="15501"/>
                    <a:pt x="19990" y="14533"/>
                    <a:pt x="19296" y="13830"/>
                  </a:cubicBezTo>
                  <a:close/>
                </a:path>
              </a:pathLst>
            </a:custGeom>
            <a:solidFill>
              <a:srgbClr val="F1F1F1"/>
            </a:solidFill>
            <a:ln w="12700" cap="flat">
              <a:noFill/>
              <a:miter lim="400000"/>
            </a:ln>
            <a:effectLst/>
          </p:spPr>
          <p:txBody>
            <a:bodyPr wrap="square" lIns="101600" tIns="101600" rIns="101600" bIns="101600" numCol="1" anchor="ctr">
              <a:noAutofit/>
            </a:bodyPr>
            <a:lstStyle/>
            <a:p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es-MX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sym typeface="Helvetica Neue Medium"/>
              </a:endParaRP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87E26C33-6C6A-C28D-E266-D9E1C3AC0EE8}"/>
              </a:ext>
            </a:extLst>
          </p:cNvPr>
          <p:cNvSpPr txBox="1"/>
          <p:nvPr userDrawn="1"/>
        </p:nvSpPr>
        <p:spPr>
          <a:xfrm>
            <a:off x="3901859" y="6338691"/>
            <a:ext cx="4658247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T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orre de </a:t>
            </a:r>
            <a:r>
              <a:rPr lang="es-MX" sz="120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O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peración y </a:t>
            </a:r>
            <a:r>
              <a:rPr lang="es-MX" sz="1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R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espuesta </a:t>
            </a:r>
            <a:r>
              <a:rPr lang="es-MX" sz="1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U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nificada de </a:t>
            </a:r>
            <a:r>
              <a:rPr lang="es-MX" sz="120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S</a:t>
            </a:r>
            <a:r>
              <a:rPr lang="es-MX"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ervicios TI</a:t>
            </a:r>
          </a:p>
        </p:txBody>
      </p:sp>
      <p:pic>
        <p:nvPicPr>
          <p:cNvPr id="3" name="Imagen" descr="Imagen">
            <a:extLst>
              <a:ext uri="{FF2B5EF4-FFF2-40B4-BE49-F238E27FC236}">
                <a16:creationId xmlns:a16="http://schemas.microsoft.com/office/drawing/2014/main" id="{5EE72B4D-4F25-651E-72A2-828C6F4241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72802" y="6593578"/>
            <a:ext cx="846397" cy="211403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327EE2D-CF21-0DAE-1569-9CE44000E5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encilSketch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51" y="6274836"/>
            <a:ext cx="929621" cy="51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6719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5982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393"/>
            </a:lvl1pPr>
            <a:lvl2pPr marL="455773" indent="0" algn="ctr">
              <a:buNone/>
              <a:defRPr sz="1994"/>
            </a:lvl2pPr>
            <a:lvl3pPr marL="911544" indent="0" algn="ctr">
              <a:buNone/>
              <a:defRPr sz="1795"/>
            </a:lvl3pPr>
            <a:lvl4pPr marL="1367318" indent="0" algn="ctr">
              <a:buNone/>
              <a:defRPr sz="1596"/>
            </a:lvl4pPr>
            <a:lvl5pPr marL="1823090" indent="0" algn="ctr">
              <a:buNone/>
              <a:defRPr sz="1596"/>
            </a:lvl5pPr>
            <a:lvl6pPr marL="2278862" indent="0" algn="ctr">
              <a:buNone/>
              <a:defRPr sz="1596"/>
            </a:lvl6pPr>
            <a:lvl7pPr marL="2734634" indent="0" algn="ctr">
              <a:buNone/>
              <a:defRPr sz="1596"/>
            </a:lvl7pPr>
            <a:lvl8pPr marL="3190406" indent="0" algn="ctr">
              <a:buNone/>
              <a:defRPr sz="1596"/>
            </a:lvl8pPr>
            <a:lvl9pPr marL="3646179" indent="0" algn="ctr">
              <a:buNone/>
              <a:defRPr sz="1596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3D96-F81D-4F11-A2FF-179B5DFDB55E}" type="datetimeFigureOut">
              <a:rPr lang="es-MX" smtClean="0"/>
              <a:t>06/09/2026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06B80-4314-4FDD-A702-C27F9EB642E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3351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7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2FF705F1-C7F1-4709-B121-2F6F8E33A2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</p:spPr>
        <p:txBody>
          <a:bodyPr/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47803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1B78-826D-4FE9-99FE-428C8E62A634}" type="slidenum">
              <a:rPr lang="en-US" smtClean="0"/>
              <a:t>‹Nº›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BB0B24B-75C6-47CF-877E-61310BB18C53}"/>
              </a:ext>
            </a:extLst>
          </p:cNvPr>
          <p:cNvGrpSpPr/>
          <p:nvPr userDrawn="1"/>
        </p:nvGrpSpPr>
        <p:grpSpPr>
          <a:xfrm>
            <a:off x="11624659" y="2943383"/>
            <a:ext cx="198146" cy="971236"/>
            <a:chOff x="15428633" y="4561123"/>
            <a:chExt cx="388619" cy="1907805"/>
          </a:xfrm>
        </p:grpSpPr>
        <p:sp>
          <p:nvSpPr>
            <p:cNvPr id="6" name="Freeform 85">
              <a:extLst>
                <a:ext uri="{FF2B5EF4-FFF2-40B4-BE49-F238E27FC236}">
                  <a16:creationId xmlns:a16="http://schemas.microsoft.com/office/drawing/2014/main" id="{174CCEB4-F497-48B6-BBA7-295D02BA84A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448546" y="5390938"/>
              <a:ext cx="348793" cy="280359"/>
            </a:xfrm>
            <a:custGeom>
              <a:avLst/>
              <a:gdLst>
                <a:gd name="T0" fmla="*/ 250282 w 462"/>
                <a:gd name="T1" fmla="*/ 24258 h 374"/>
                <a:gd name="T2" fmla="*/ 250282 w 462"/>
                <a:gd name="T3" fmla="*/ 24258 h 374"/>
                <a:gd name="T4" fmla="*/ 221508 w 462"/>
                <a:gd name="T5" fmla="*/ 33962 h 374"/>
                <a:gd name="T6" fmla="*/ 240510 w 462"/>
                <a:gd name="T7" fmla="*/ 5391 h 374"/>
                <a:gd name="T8" fmla="*/ 211192 w 462"/>
                <a:gd name="T9" fmla="*/ 19407 h 374"/>
                <a:gd name="T10" fmla="*/ 173189 w 462"/>
                <a:gd name="T11" fmla="*/ 0 h 374"/>
                <a:gd name="T12" fmla="*/ 119983 w 462"/>
                <a:gd name="T13" fmla="*/ 52829 h 374"/>
                <a:gd name="T14" fmla="*/ 124870 w 462"/>
                <a:gd name="T15" fmla="*/ 62532 h 374"/>
                <a:gd name="T16" fmla="*/ 19002 w 462"/>
                <a:gd name="T17" fmla="*/ 10242 h 374"/>
                <a:gd name="T18" fmla="*/ 9229 w 462"/>
                <a:gd name="T19" fmla="*/ 38813 h 374"/>
                <a:gd name="T20" fmla="*/ 33118 w 462"/>
                <a:gd name="T21" fmla="*/ 81400 h 374"/>
                <a:gd name="T22" fmla="*/ 9229 w 462"/>
                <a:gd name="T23" fmla="*/ 72236 h 374"/>
                <a:gd name="T24" fmla="*/ 9229 w 462"/>
                <a:gd name="T25" fmla="*/ 72236 h 374"/>
                <a:gd name="T26" fmla="*/ 53205 w 462"/>
                <a:gd name="T27" fmla="*/ 124526 h 374"/>
                <a:gd name="T28" fmla="*/ 38004 w 462"/>
                <a:gd name="T29" fmla="*/ 124526 h 374"/>
                <a:gd name="T30" fmla="*/ 28774 w 462"/>
                <a:gd name="T31" fmla="*/ 124526 h 374"/>
                <a:gd name="T32" fmla="*/ 77093 w 462"/>
                <a:gd name="T33" fmla="*/ 158487 h 374"/>
                <a:gd name="T34" fmla="*/ 14116 w 462"/>
                <a:gd name="T35" fmla="*/ 182206 h 374"/>
                <a:gd name="T36" fmla="*/ 0 w 462"/>
                <a:gd name="T37" fmla="*/ 182206 h 374"/>
                <a:gd name="T38" fmla="*/ 77093 w 462"/>
                <a:gd name="T39" fmla="*/ 201074 h 374"/>
                <a:gd name="T40" fmla="*/ 221508 w 462"/>
                <a:gd name="T41" fmla="*/ 57681 h 374"/>
                <a:gd name="T42" fmla="*/ 221508 w 462"/>
                <a:gd name="T43" fmla="*/ 52829 h 374"/>
                <a:gd name="T44" fmla="*/ 250282 w 462"/>
                <a:gd name="T45" fmla="*/ 24258 h 37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62" h="374">
                  <a:moveTo>
                    <a:pt x="461" y="45"/>
                  </a:moveTo>
                  <a:lnTo>
                    <a:pt x="461" y="45"/>
                  </a:lnTo>
                  <a:cubicBezTo>
                    <a:pt x="443" y="54"/>
                    <a:pt x="425" y="63"/>
                    <a:pt x="408" y="63"/>
                  </a:cubicBezTo>
                  <a:cubicBezTo>
                    <a:pt x="425" y="54"/>
                    <a:pt x="443" y="36"/>
                    <a:pt x="443" y="10"/>
                  </a:cubicBezTo>
                  <a:cubicBezTo>
                    <a:pt x="425" y="19"/>
                    <a:pt x="408" y="27"/>
                    <a:pt x="389" y="36"/>
                  </a:cubicBezTo>
                  <a:cubicBezTo>
                    <a:pt x="372" y="19"/>
                    <a:pt x="345" y="0"/>
                    <a:pt x="319" y="0"/>
                  </a:cubicBezTo>
                  <a:cubicBezTo>
                    <a:pt x="265" y="0"/>
                    <a:pt x="221" y="45"/>
                    <a:pt x="221" y="98"/>
                  </a:cubicBezTo>
                  <a:cubicBezTo>
                    <a:pt x="221" y="107"/>
                    <a:pt x="221" y="116"/>
                    <a:pt x="230" y="116"/>
                  </a:cubicBezTo>
                  <a:cubicBezTo>
                    <a:pt x="151" y="116"/>
                    <a:pt x="79" y="81"/>
                    <a:pt x="35" y="19"/>
                  </a:cubicBezTo>
                  <a:cubicBezTo>
                    <a:pt x="26" y="36"/>
                    <a:pt x="17" y="54"/>
                    <a:pt x="17" y="72"/>
                  </a:cubicBezTo>
                  <a:cubicBezTo>
                    <a:pt x="17" y="98"/>
                    <a:pt x="35" y="134"/>
                    <a:pt x="61" y="151"/>
                  </a:cubicBezTo>
                  <a:cubicBezTo>
                    <a:pt x="44" y="143"/>
                    <a:pt x="35" y="143"/>
                    <a:pt x="17" y="134"/>
                  </a:cubicBezTo>
                  <a:cubicBezTo>
                    <a:pt x="17" y="178"/>
                    <a:pt x="53" y="222"/>
                    <a:pt x="98" y="231"/>
                  </a:cubicBezTo>
                  <a:cubicBezTo>
                    <a:pt x="89" y="231"/>
                    <a:pt x="79" y="231"/>
                    <a:pt x="70" y="231"/>
                  </a:cubicBezTo>
                  <a:cubicBezTo>
                    <a:pt x="61" y="231"/>
                    <a:pt x="61" y="231"/>
                    <a:pt x="53" y="231"/>
                  </a:cubicBezTo>
                  <a:cubicBezTo>
                    <a:pt x="61" y="266"/>
                    <a:pt x="98" y="294"/>
                    <a:pt x="142" y="294"/>
                  </a:cubicBezTo>
                  <a:cubicBezTo>
                    <a:pt x="106" y="319"/>
                    <a:pt x="70" y="338"/>
                    <a:pt x="26" y="338"/>
                  </a:cubicBezTo>
                  <a:cubicBezTo>
                    <a:pt x="17" y="338"/>
                    <a:pt x="8" y="338"/>
                    <a:pt x="0" y="338"/>
                  </a:cubicBezTo>
                  <a:cubicBezTo>
                    <a:pt x="44" y="364"/>
                    <a:pt x="89" y="373"/>
                    <a:pt x="142" y="373"/>
                  </a:cubicBezTo>
                  <a:cubicBezTo>
                    <a:pt x="319" y="373"/>
                    <a:pt x="408" y="231"/>
                    <a:pt x="408" y="107"/>
                  </a:cubicBezTo>
                  <a:lnTo>
                    <a:pt x="408" y="98"/>
                  </a:lnTo>
                  <a:cubicBezTo>
                    <a:pt x="434" y="81"/>
                    <a:pt x="443" y="72"/>
                    <a:pt x="461" y="45"/>
                  </a:cubicBezTo>
                </a:path>
              </a:pathLst>
            </a:custGeom>
            <a:solidFill>
              <a:schemeClr val="bg1">
                <a:alpha val="25000"/>
              </a:schemeClr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 sz="591">
                <a:solidFill>
                  <a:schemeClr val="bg1">
                    <a:alpha val="70000"/>
                  </a:schemeClr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287552B-8B9D-44AA-9DC5-32DCC15C561D}"/>
                </a:ext>
              </a:extLst>
            </p:cNvPr>
            <p:cNvGrpSpPr/>
            <p:nvPr userDrawn="1"/>
          </p:nvGrpSpPr>
          <p:grpSpPr>
            <a:xfrm>
              <a:off x="15428633" y="6172173"/>
              <a:ext cx="388619" cy="296755"/>
              <a:chOff x="10541000" y="3240088"/>
              <a:chExt cx="1282701" cy="979487"/>
            </a:xfrm>
            <a:solidFill>
              <a:schemeClr val="bg1">
                <a:alpha val="25000"/>
              </a:schemeClr>
            </a:solidFill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71E119C3-1293-405B-AC65-10FBB6AA99E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10541000" y="3240088"/>
                <a:ext cx="984250" cy="979487"/>
              </a:xfrm>
              <a:custGeom>
                <a:avLst/>
                <a:gdLst>
                  <a:gd name="T0" fmla="*/ 2709 w 2709"/>
                  <a:gd name="T1" fmla="*/ 1204 h 2709"/>
                  <a:gd name="T2" fmla="*/ 1445 w 2709"/>
                  <a:gd name="T3" fmla="*/ 1204 h 2709"/>
                  <a:gd name="T4" fmla="*/ 1445 w 2709"/>
                  <a:gd name="T5" fmla="*/ 1626 h 2709"/>
                  <a:gd name="T6" fmla="*/ 2216 w 2709"/>
                  <a:gd name="T7" fmla="*/ 1626 h 2709"/>
                  <a:gd name="T8" fmla="*/ 1355 w 2709"/>
                  <a:gd name="T9" fmla="*/ 2258 h 2709"/>
                  <a:gd name="T10" fmla="*/ 452 w 2709"/>
                  <a:gd name="T11" fmla="*/ 1355 h 2709"/>
                  <a:gd name="T12" fmla="*/ 1355 w 2709"/>
                  <a:gd name="T13" fmla="*/ 452 h 2709"/>
                  <a:gd name="T14" fmla="*/ 1997 w 2709"/>
                  <a:gd name="T15" fmla="*/ 720 h 2709"/>
                  <a:gd name="T16" fmla="*/ 2303 w 2709"/>
                  <a:gd name="T17" fmla="*/ 387 h 2709"/>
                  <a:gd name="T18" fmla="*/ 1355 w 2709"/>
                  <a:gd name="T19" fmla="*/ 0 h 2709"/>
                  <a:gd name="T20" fmla="*/ 0 w 2709"/>
                  <a:gd name="T21" fmla="*/ 1355 h 2709"/>
                  <a:gd name="T22" fmla="*/ 1355 w 2709"/>
                  <a:gd name="T23" fmla="*/ 2709 h 2709"/>
                  <a:gd name="T24" fmla="*/ 2709 w 2709"/>
                  <a:gd name="T25" fmla="*/ 1626 h 2709"/>
                  <a:gd name="T26" fmla="*/ 2709 w 2709"/>
                  <a:gd name="T27" fmla="*/ 1204 h 2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709" h="2709">
                    <a:moveTo>
                      <a:pt x="2709" y="1204"/>
                    </a:moveTo>
                    <a:lnTo>
                      <a:pt x="1445" y="1204"/>
                    </a:lnTo>
                    <a:lnTo>
                      <a:pt x="1445" y="1626"/>
                    </a:lnTo>
                    <a:lnTo>
                      <a:pt x="2216" y="1626"/>
                    </a:lnTo>
                    <a:cubicBezTo>
                      <a:pt x="2101" y="1992"/>
                      <a:pt x="1759" y="2258"/>
                      <a:pt x="1355" y="2258"/>
                    </a:cubicBezTo>
                    <a:cubicBezTo>
                      <a:pt x="856" y="2258"/>
                      <a:pt x="452" y="1854"/>
                      <a:pt x="452" y="1355"/>
                    </a:cubicBezTo>
                    <a:cubicBezTo>
                      <a:pt x="452" y="856"/>
                      <a:pt x="856" y="452"/>
                      <a:pt x="1355" y="452"/>
                    </a:cubicBezTo>
                    <a:cubicBezTo>
                      <a:pt x="1606" y="452"/>
                      <a:pt x="1833" y="554"/>
                      <a:pt x="1997" y="720"/>
                    </a:cubicBezTo>
                    <a:lnTo>
                      <a:pt x="2303" y="387"/>
                    </a:lnTo>
                    <a:cubicBezTo>
                      <a:pt x="2058" y="148"/>
                      <a:pt x="1724" y="0"/>
                      <a:pt x="1355" y="0"/>
                    </a:cubicBezTo>
                    <a:cubicBezTo>
                      <a:pt x="607" y="0"/>
                      <a:pt x="0" y="607"/>
                      <a:pt x="0" y="1355"/>
                    </a:cubicBezTo>
                    <a:cubicBezTo>
                      <a:pt x="0" y="2103"/>
                      <a:pt x="607" y="2709"/>
                      <a:pt x="1355" y="2709"/>
                    </a:cubicBezTo>
                    <a:cubicBezTo>
                      <a:pt x="2010" y="2709"/>
                      <a:pt x="2584" y="2244"/>
                      <a:pt x="2709" y="1626"/>
                    </a:cubicBezTo>
                    <a:lnTo>
                      <a:pt x="2709" y="12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591"/>
              </a:p>
            </p:txBody>
          </p:sp>
          <p:sp>
            <p:nvSpPr>
              <p:cNvPr id="10" name="Freeform 6">
                <a:extLst>
                  <a:ext uri="{FF2B5EF4-FFF2-40B4-BE49-F238E27FC236}">
                    <a16:creationId xmlns:a16="http://schemas.microsoft.com/office/drawing/2014/main" id="{B0F1A1C0-4F90-4C41-9957-143E0DCE9A4C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11555413" y="3581400"/>
                <a:ext cx="268288" cy="268287"/>
              </a:xfrm>
              <a:custGeom>
                <a:avLst/>
                <a:gdLst>
                  <a:gd name="T0" fmla="*/ 739 w 739"/>
                  <a:gd name="T1" fmla="*/ 258 h 739"/>
                  <a:gd name="T2" fmla="*/ 480 w 739"/>
                  <a:gd name="T3" fmla="*/ 258 h 739"/>
                  <a:gd name="T4" fmla="*/ 480 w 739"/>
                  <a:gd name="T5" fmla="*/ 0 h 739"/>
                  <a:gd name="T6" fmla="*/ 258 w 739"/>
                  <a:gd name="T7" fmla="*/ 0 h 739"/>
                  <a:gd name="T8" fmla="*/ 258 w 739"/>
                  <a:gd name="T9" fmla="*/ 258 h 739"/>
                  <a:gd name="T10" fmla="*/ 0 w 739"/>
                  <a:gd name="T11" fmla="*/ 258 h 739"/>
                  <a:gd name="T12" fmla="*/ 0 w 739"/>
                  <a:gd name="T13" fmla="*/ 480 h 739"/>
                  <a:gd name="T14" fmla="*/ 258 w 739"/>
                  <a:gd name="T15" fmla="*/ 480 h 739"/>
                  <a:gd name="T16" fmla="*/ 258 w 739"/>
                  <a:gd name="T17" fmla="*/ 739 h 739"/>
                  <a:gd name="T18" fmla="*/ 480 w 739"/>
                  <a:gd name="T19" fmla="*/ 739 h 739"/>
                  <a:gd name="T20" fmla="*/ 480 w 739"/>
                  <a:gd name="T21" fmla="*/ 480 h 739"/>
                  <a:gd name="T22" fmla="*/ 739 w 739"/>
                  <a:gd name="T23" fmla="*/ 480 h 739"/>
                  <a:gd name="T24" fmla="*/ 739 w 739"/>
                  <a:gd name="T25" fmla="*/ 258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39" h="739">
                    <a:moveTo>
                      <a:pt x="739" y="258"/>
                    </a:moveTo>
                    <a:lnTo>
                      <a:pt x="480" y="258"/>
                    </a:lnTo>
                    <a:lnTo>
                      <a:pt x="480" y="0"/>
                    </a:lnTo>
                    <a:lnTo>
                      <a:pt x="258" y="0"/>
                    </a:lnTo>
                    <a:lnTo>
                      <a:pt x="258" y="258"/>
                    </a:lnTo>
                    <a:lnTo>
                      <a:pt x="0" y="258"/>
                    </a:lnTo>
                    <a:lnTo>
                      <a:pt x="0" y="480"/>
                    </a:lnTo>
                    <a:lnTo>
                      <a:pt x="258" y="480"/>
                    </a:lnTo>
                    <a:lnTo>
                      <a:pt x="258" y="739"/>
                    </a:lnTo>
                    <a:lnTo>
                      <a:pt x="480" y="739"/>
                    </a:lnTo>
                    <a:lnTo>
                      <a:pt x="480" y="480"/>
                    </a:lnTo>
                    <a:lnTo>
                      <a:pt x="739" y="480"/>
                    </a:lnTo>
                    <a:lnTo>
                      <a:pt x="739" y="2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591"/>
              </a:p>
            </p:txBody>
          </p:sp>
        </p:grpSp>
        <p:sp>
          <p:nvSpPr>
            <p:cNvPr id="8" name="Freeform 75">
              <a:extLst>
                <a:ext uri="{FF2B5EF4-FFF2-40B4-BE49-F238E27FC236}">
                  <a16:creationId xmlns:a16="http://schemas.microsoft.com/office/drawing/2014/main" id="{FAEEF281-3D96-4707-9C6D-151C65A3F6B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534382" y="4561123"/>
              <a:ext cx="177121" cy="328939"/>
            </a:xfrm>
            <a:custGeom>
              <a:avLst/>
              <a:gdLst>
                <a:gd name="T0" fmla="*/ 132814 w 249"/>
                <a:gd name="T1" fmla="*/ 43735 h 453"/>
                <a:gd name="T2" fmla="*/ 132814 w 249"/>
                <a:gd name="T3" fmla="*/ 43735 h 453"/>
                <a:gd name="T4" fmla="*/ 94791 w 249"/>
                <a:gd name="T5" fmla="*/ 43735 h 453"/>
                <a:gd name="T6" fmla="*/ 85687 w 249"/>
                <a:gd name="T7" fmla="*/ 58496 h 453"/>
                <a:gd name="T8" fmla="*/ 85687 w 249"/>
                <a:gd name="T9" fmla="*/ 87470 h 453"/>
                <a:gd name="T10" fmla="*/ 132814 w 249"/>
                <a:gd name="T11" fmla="*/ 87470 h 453"/>
                <a:gd name="T12" fmla="*/ 132814 w 249"/>
                <a:gd name="T13" fmla="*/ 126285 h 453"/>
                <a:gd name="T14" fmla="*/ 85687 w 249"/>
                <a:gd name="T15" fmla="*/ 126285 h 453"/>
                <a:gd name="T16" fmla="*/ 85687 w 249"/>
                <a:gd name="T17" fmla="*/ 247103 h 453"/>
                <a:gd name="T18" fmla="*/ 42308 w 249"/>
                <a:gd name="T19" fmla="*/ 247103 h 453"/>
                <a:gd name="T20" fmla="*/ 42308 w 249"/>
                <a:gd name="T21" fmla="*/ 126285 h 453"/>
                <a:gd name="T22" fmla="*/ 0 w 249"/>
                <a:gd name="T23" fmla="*/ 126285 h 453"/>
                <a:gd name="T24" fmla="*/ 0 w 249"/>
                <a:gd name="T25" fmla="*/ 87470 h 453"/>
                <a:gd name="T26" fmla="*/ 42308 w 249"/>
                <a:gd name="T27" fmla="*/ 87470 h 453"/>
                <a:gd name="T28" fmla="*/ 42308 w 249"/>
                <a:gd name="T29" fmla="*/ 63416 h 453"/>
                <a:gd name="T30" fmla="*/ 94791 w 249"/>
                <a:gd name="T31" fmla="*/ 0 h 453"/>
                <a:gd name="T32" fmla="*/ 132814 w 249"/>
                <a:gd name="T33" fmla="*/ 0 h 453"/>
                <a:gd name="T34" fmla="*/ 132814 w 249"/>
                <a:gd name="T35" fmla="*/ 43735 h 45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49" h="453">
                  <a:moveTo>
                    <a:pt x="248" y="80"/>
                  </a:moveTo>
                  <a:lnTo>
                    <a:pt x="248" y="80"/>
                  </a:lnTo>
                  <a:cubicBezTo>
                    <a:pt x="177" y="80"/>
                    <a:pt x="177" y="80"/>
                    <a:pt x="177" y="80"/>
                  </a:cubicBezTo>
                  <a:cubicBezTo>
                    <a:pt x="169" y="80"/>
                    <a:pt x="160" y="89"/>
                    <a:pt x="160" y="107"/>
                  </a:cubicBezTo>
                  <a:cubicBezTo>
                    <a:pt x="160" y="160"/>
                    <a:pt x="160" y="160"/>
                    <a:pt x="160" y="160"/>
                  </a:cubicBezTo>
                  <a:cubicBezTo>
                    <a:pt x="248" y="160"/>
                    <a:pt x="248" y="160"/>
                    <a:pt x="248" y="160"/>
                  </a:cubicBezTo>
                  <a:cubicBezTo>
                    <a:pt x="248" y="231"/>
                    <a:pt x="248" y="231"/>
                    <a:pt x="248" y="231"/>
                  </a:cubicBezTo>
                  <a:cubicBezTo>
                    <a:pt x="160" y="231"/>
                    <a:pt x="160" y="231"/>
                    <a:pt x="160" y="231"/>
                  </a:cubicBezTo>
                  <a:cubicBezTo>
                    <a:pt x="160" y="452"/>
                    <a:pt x="160" y="452"/>
                    <a:pt x="160" y="452"/>
                  </a:cubicBezTo>
                  <a:cubicBezTo>
                    <a:pt x="79" y="452"/>
                    <a:pt x="79" y="452"/>
                    <a:pt x="79" y="452"/>
                  </a:cubicBezTo>
                  <a:cubicBezTo>
                    <a:pt x="79" y="231"/>
                    <a:pt x="79" y="231"/>
                    <a:pt x="79" y="231"/>
                  </a:cubicBezTo>
                  <a:cubicBezTo>
                    <a:pt x="0" y="231"/>
                    <a:pt x="0" y="231"/>
                    <a:pt x="0" y="231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79" y="116"/>
                    <a:pt x="79" y="116"/>
                    <a:pt x="79" y="116"/>
                  </a:cubicBezTo>
                  <a:cubicBezTo>
                    <a:pt x="79" y="54"/>
                    <a:pt x="115" y="0"/>
                    <a:pt x="177" y="0"/>
                  </a:cubicBezTo>
                  <a:cubicBezTo>
                    <a:pt x="248" y="0"/>
                    <a:pt x="248" y="0"/>
                    <a:pt x="248" y="0"/>
                  </a:cubicBezTo>
                  <a:lnTo>
                    <a:pt x="248" y="80"/>
                  </a:lnTo>
                </a:path>
              </a:pathLst>
            </a:custGeom>
            <a:solidFill>
              <a:schemeClr val="bg1">
                <a:alpha val="25000"/>
              </a:schemeClr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 sz="591"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3D21E93-7A26-4DCF-A437-347792FA845C}"/>
              </a:ext>
            </a:extLst>
          </p:cNvPr>
          <p:cNvSpPr txBox="1"/>
          <p:nvPr userDrawn="1"/>
        </p:nvSpPr>
        <p:spPr>
          <a:xfrm rot="10800000" flipV="1">
            <a:off x="11249310" y="6203547"/>
            <a:ext cx="948850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1750" b="0" i="0" smtClean="0">
                <a:solidFill>
                  <a:schemeClr val="bg1"/>
                </a:solidFill>
                <a:latin typeface="Nexa Light" panose="02000000000000000000" pitchFamily="50" charset="0"/>
                <a:ea typeface="Roboto Condensed" panose="02000000000000000000" pitchFamily="2" charset="0"/>
                <a:cs typeface="Segoe UI" panose="020B0502040204020203" pitchFamily="34" charset="0"/>
              </a:rPr>
              <a:pPr algn="ctr"/>
              <a:t>‹Nº›</a:t>
            </a:fld>
            <a:endParaRPr lang="id-ID" sz="5500" b="0" i="0">
              <a:solidFill>
                <a:schemeClr val="bg1"/>
              </a:solidFill>
              <a:latin typeface="Nexa Light" panose="02000000000000000000" pitchFamily="50" charset="0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92DA04D-DF5B-4EC6-AD5C-EA76B8D0D68B}"/>
              </a:ext>
            </a:extLst>
          </p:cNvPr>
          <p:cNvGrpSpPr/>
          <p:nvPr userDrawn="1"/>
        </p:nvGrpSpPr>
        <p:grpSpPr>
          <a:xfrm>
            <a:off x="10397095" y="2"/>
            <a:ext cx="1803744" cy="2061120"/>
            <a:chOff x="13922478" y="2"/>
            <a:chExt cx="5568680" cy="6373129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39F4433-A3AC-41CB-A38A-96ADA7816AEF}"/>
                </a:ext>
              </a:extLst>
            </p:cNvPr>
            <p:cNvSpPr/>
            <p:nvPr userDrawn="1"/>
          </p:nvSpPr>
          <p:spPr>
            <a:xfrm>
              <a:off x="13922478" y="2"/>
              <a:ext cx="5558654" cy="4717968"/>
            </a:xfrm>
            <a:custGeom>
              <a:avLst/>
              <a:gdLst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671011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671011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839453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839453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54071"/>
                <a:gd name="connsiteX1" fmla="*/ 2502569 w 6039853"/>
                <a:gd name="connsiteY1" fmla="*/ 1925053 h 6354071"/>
                <a:gd name="connsiteX2" fmla="*/ 2839453 w 6039853"/>
                <a:gd name="connsiteY2" fmla="*/ 4932948 h 6354071"/>
                <a:gd name="connsiteX3" fmla="*/ 6039853 w 6039853"/>
                <a:gd name="connsiteY3" fmla="*/ 6304548 h 6354071"/>
                <a:gd name="connsiteX4" fmla="*/ 5967664 w 6039853"/>
                <a:gd name="connsiteY4" fmla="*/ 0 h 6354071"/>
                <a:gd name="connsiteX5" fmla="*/ 0 w 6039853"/>
                <a:gd name="connsiteY5" fmla="*/ 0 h 6354071"/>
                <a:gd name="connsiteX0" fmla="*/ 0 w 6039853"/>
                <a:gd name="connsiteY0" fmla="*/ 0 h 6354071"/>
                <a:gd name="connsiteX1" fmla="*/ 2502569 w 6039853"/>
                <a:gd name="connsiteY1" fmla="*/ 1925053 h 6354071"/>
                <a:gd name="connsiteX2" fmla="*/ 2839453 w 6039853"/>
                <a:gd name="connsiteY2" fmla="*/ 4932948 h 6354071"/>
                <a:gd name="connsiteX3" fmla="*/ 6039853 w 6039853"/>
                <a:gd name="connsiteY3" fmla="*/ 6304548 h 6354071"/>
                <a:gd name="connsiteX4" fmla="*/ 6005764 w 6039853"/>
                <a:gd name="connsiteY4" fmla="*/ 0 h 6354071"/>
                <a:gd name="connsiteX5" fmla="*/ 0 w 6039853"/>
                <a:gd name="connsiteY5" fmla="*/ 0 h 6354071"/>
                <a:gd name="connsiteX0" fmla="*/ 0 w 6005764"/>
                <a:gd name="connsiteY0" fmla="*/ 0 h 6290613"/>
                <a:gd name="connsiteX1" fmla="*/ 2502569 w 6005764"/>
                <a:gd name="connsiteY1" fmla="*/ 1925053 h 6290613"/>
                <a:gd name="connsiteX2" fmla="*/ 2839453 w 6005764"/>
                <a:gd name="connsiteY2" fmla="*/ 4932948 h 6290613"/>
                <a:gd name="connsiteX3" fmla="*/ 6001753 w 6005764"/>
                <a:gd name="connsiteY3" fmla="*/ 6266448 h 6290613"/>
                <a:gd name="connsiteX4" fmla="*/ 6005764 w 6005764"/>
                <a:gd name="connsiteY4" fmla="*/ 0 h 6290613"/>
                <a:gd name="connsiteX5" fmla="*/ 0 w 6005764"/>
                <a:gd name="connsiteY5" fmla="*/ 0 h 6290613"/>
                <a:gd name="connsiteX0" fmla="*/ 0 w 6005764"/>
                <a:gd name="connsiteY0" fmla="*/ 0 h 6300010"/>
                <a:gd name="connsiteX1" fmla="*/ 2502569 w 6005764"/>
                <a:gd name="connsiteY1" fmla="*/ 1925053 h 6300010"/>
                <a:gd name="connsiteX2" fmla="*/ 2839453 w 6005764"/>
                <a:gd name="connsiteY2" fmla="*/ 4932948 h 6300010"/>
                <a:gd name="connsiteX3" fmla="*/ 6001753 w 6005764"/>
                <a:gd name="connsiteY3" fmla="*/ 6266448 h 6300010"/>
                <a:gd name="connsiteX4" fmla="*/ 6005764 w 6005764"/>
                <a:gd name="connsiteY4" fmla="*/ 0 h 6300010"/>
                <a:gd name="connsiteX5" fmla="*/ 0 w 6005764"/>
                <a:gd name="connsiteY5" fmla="*/ 0 h 6300010"/>
                <a:gd name="connsiteX0" fmla="*/ 0 w 6005764"/>
                <a:gd name="connsiteY0" fmla="*/ 0 h 6301252"/>
                <a:gd name="connsiteX1" fmla="*/ 2502569 w 6005764"/>
                <a:gd name="connsiteY1" fmla="*/ 1925053 h 6301252"/>
                <a:gd name="connsiteX2" fmla="*/ 2839453 w 6005764"/>
                <a:gd name="connsiteY2" fmla="*/ 4932948 h 6301252"/>
                <a:gd name="connsiteX3" fmla="*/ 6001753 w 6005764"/>
                <a:gd name="connsiteY3" fmla="*/ 6266448 h 6301252"/>
                <a:gd name="connsiteX4" fmla="*/ 6005764 w 6005764"/>
                <a:gd name="connsiteY4" fmla="*/ 0 h 6301252"/>
                <a:gd name="connsiteX5" fmla="*/ 0 w 6005764"/>
                <a:gd name="connsiteY5" fmla="*/ 0 h 6301252"/>
                <a:gd name="connsiteX0" fmla="*/ 0 w 6005764"/>
                <a:gd name="connsiteY0" fmla="*/ 0 h 6328404"/>
                <a:gd name="connsiteX1" fmla="*/ 2502569 w 6005764"/>
                <a:gd name="connsiteY1" fmla="*/ 1925053 h 6328404"/>
                <a:gd name="connsiteX2" fmla="*/ 2839453 w 6005764"/>
                <a:gd name="connsiteY2" fmla="*/ 4932948 h 6328404"/>
                <a:gd name="connsiteX3" fmla="*/ 6001753 w 6005764"/>
                <a:gd name="connsiteY3" fmla="*/ 6266448 h 6328404"/>
                <a:gd name="connsiteX4" fmla="*/ 6005764 w 6005764"/>
                <a:gd name="connsiteY4" fmla="*/ 0 h 6328404"/>
                <a:gd name="connsiteX5" fmla="*/ 0 w 6005764"/>
                <a:gd name="connsiteY5" fmla="*/ 0 h 6328404"/>
                <a:gd name="connsiteX0" fmla="*/ 0 w 6005764"/>
                <a:gd name="connsiteY0" fmla="*/ 0 h 6321734"/>
                <a:gd name="connsiteX1" fmla="*/ 2502569 w 6005764"/>
                <a:gd name="connsiteY1" fmla="*/ 1925053 h 6321734"/>
                <a:gd name="connsiteX2" fmla="*/ 3273143 w 6005764"/>
                <a:gd name="connsiteY2" fmla="*/ 4856415 h 6321734"/>
                <a:gd name="connsiteX3" fmla="*/ 6001753 w 6005764"/>
                <a:gd name="connsiteY3" fmla="*/ 6266448 h 6321734"/>
                <a:gd name="connsiteX4" fmla="*/ 6005764 w 6005764"/>
                <a:gd name="connsiteY4" fmla="*/ 0 h 6321734"/>
                <a:gd name="connsiteX5" fmla="*/ 0 w 6005764"/>
                <a:gd name="connsiteY5" fmla="*/ 0 h 6321734"/>
                <a:gd name="connsiteX0" fmla="*/ 0 w 6005764"/>
                <a:gd name="connsiteY0" fmla="*/ 0 h 6312022"/>
                <a:gd name="connsiteX1" fmla="*/ 2502569 w 6005764"/>
                <a:gd name="connsiteY1" fmla="*/ 1925053 h 6312022"/>
                <a:gd name="connsiteX2" fmla="*/ 3273143 w 6005764"/>
                <a:gd name="connsiteY2" fmla="*/ 4856415 h 6312022"/>
                <a:gd name="connsiteX3" fmla="*/ 6001753 w 6005764"/>
                <a:gd name="connsiteY3" fmla="*/ 6266448 h 6312022"/>
                <a:gd name="connsiteX4" fmla="*/ 6005764 w 6005764"/>
                <a:gd name="connsiteY4" fmla="*/ 0 h 6312022"/>
                <a:gd name="connsiteX5" fmla="*/ 0 w 6005764"/>
                <a:gd name="connsiteY5" fmla="*/ 0 h 6312022"/>
                <a:gd name="connsiteX0" fmla="*/ 0 w 6005764"/>
                <a:gd name="connsiteY0" fmla="*/ 0 h 6312023"/>
                <a:gd name="connsiteX1" fmla="*/ 2502569 w 6005764"/>
                <a:gd name="connsiteY1" fmla="*/ 1925053 h 6312023"/>
                <a:gd name="connsiteX2" fmla="*/ 3145587 w 6005764"/>
                <a:gd name="connsiteY2" fmla="*/ 4856415 h 6312023"/>
                <a:gd name="connsiteX3" fmla="*/ 6001753 w 6005764"/>
                <a:gd name="connsiteY3" fmla="*/ 6266448 h 6312023"/>
                <a:gd name="connsiteX4" fmla="*/ 6005764 w 6005764"/>
                <a:gd name="connsiteY4" fmla="*/ 0 h 6312023"/>
                <a:gd name="connsiteX5" fmla="*/ 0 w 6005764"/>
                <a:gd name="connsiteY5" fmla="*/ 0 h 6312023"/>
                <a:gd name="connsiteX0" fmla="*/ 0 w 6005764"/>
                <a:gd name="connsiteY0" fmla="*/ 0 h 6318150"/>
                <a:gd name="connsiteX1" fmla="*/ 2502569 w 6005764"/>
                <a:gd name="connsiteY1" fmla="*/ 1925053 h 6318150"/>
                <a:gd name="connsiteX2" fmla="*/ 3145587 w 6005764"/>
                <a:gd name="connsiteY2" fmla="*/ 4856415 h 6318150"/>
                <a:gd name="connsiteX3" fmla="*/ 6001753 w 6005764"/>
                <a:gd name="connsiteY3" fmla="*/ 6266448 h 6318150"/>
                <a:gd name="connsiteX4" fmla="*/ 6005764 w 6005764"/>
                <a:gd name="connsiteY4" fmla="*/ 0 h 6318150"/>
                <a:gd name="connsiteX5" fmla="*/ 0 w 6005764"/>
                <a:gd name="connsiteY5" fmla="*/ 0 h 631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05764" h="6318150">
                  <a:moveTo>
                    <a:pt x="0" y="0"/>
                  </a:moveTo>
                  <a:cubicBezTo>
                    <a:pt x="66174" y="1417720"/>
                    <a:pt x="1978305" y="1115651"/>
                    <a:pt x="2502569" y="1925053"/>
                  </a:cubicBezTo>
                  <a:cubicBezTo>
                    <a:pt x="3026834" y="2734456"/>
                    <a:pt x="2714790" y="3661059"/>
                    <a:pt x="3145587" y="4856415"/>
                  </a:cubicBezTo>
                  <a:cubicBezTo>
                    <a:pt x="3576384" y="6051771"/>
                    <a:pt x="4643187" y="6477001"/>
                    <a:pt x="6001753" y="6266448"/>
                  </a:cubicBezTo>
                  <a:lnTo>
                    <a:pt x="6005764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40000"/>
                  </a:schemeClr>
                </a:gs>
                <a:gs pos="0">
                  <a:srgbClr val="181B2C">
                    <a:alpha val="25000"/>
                  </a:srgbClr>
                </a:gs>
                <a:gs pos="55000">
                  <a:schemeClr val="accent5">
                    <a:alpha val="44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591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3D1875A-1047-4DCF-9C3D-E29643BCDD4E}"/>
                </a:ext>
              </a:extLst>
            </p:cNvPr>
            <p:cNvSpPr/>
            <p:nvPr userDrawn="1"/>
          </p:nvSpPr>
          <p:spPr>
            <a:xfrm>
              <a:off x="17828114" y="1072550"/>
              <a:ext cx="1663044" cy="5300581"/>
            </a:xfrm>
            <a:custGeom>
              <a:avLst/>
              <a:gdLst>
                <a:gd name="connsiteX0" fmla="*/ 2561234 w 2585297"/>
                <a:gd name="connsiteY0" fmla="*/ 0 h 6906127"/>
                <a:gd name="connsiteX1" fmla="*/ 780560 w 2585297"/>
                <a:gd name="connsiteY1" fmla="*/ 1852863 h 6906127"/>
                <a:gd name="connsiteX2" fmla="*/ 82728 w 2585297"/>
                <a:gd name="connsiteY2" fmla="*/ 4932948 h 6906127"/>
                <a:gd name="connsiteX3" fmla="*/ 2585297 w 2585297"/>
                <a:gd name="connsiteY3" fmla="*/ 6906127 h 6906127"/>
                <a:gd name="connsiteX4" fmla="*/ 2561234 w 2585297"/>
                <a:gd name="connsiteY4" fmla="*/ 0 h 6906127"/>
                <a:gd name="connsiteX0" fmla="*/ 2561234 w 2585297"/>
                <a:gd name="connsiteY0" fmla="*/ 10370 h 6916497"/>
                <a:gd name="connsiteX1" fmla="*/ 780560 w 2585297"/>
                <a:gd name="connsiteY1" fmla="*/ 1863233 h 6916497"/>
                <a:gd name="connsiteX2" fmla="*/ 82728 w 2585297"/>
                <a:gd name="connsiteY2" fmla="*/ 4943318 h 6916497"/>
                <a:gd name="connsiteX3" fmla="*/ 2585297 w 2585297"/>
                <a:gd name="connsiteY3" fmla="*/ 6916497 h 6916497"/>
                <a:gd name="connsiteX4" fmla="*/ 2561234 w 2585297"/>
                <a:gd name="connsiteY4" fmla="*/ 10370 h 6916497"/>
                <a:gd name="connsiteX0" fmla="*/ 2547392 w 2571455"/>
                <a:gd name="connsiteY0" fmla="*/ 8277 h 6914404"/>
                <a:gd name="connsiteX1" fmla="*/ 938168 w 2571455"/>
                <a:gd name="connsiteY1" fmla="*/ 2184990 h 6914404"/>
                <a:gd name="connsiteX2" fmla="*/ 68886 w 2571455"/>
                <a:gd name="connsiteY2" fmla="*/ 4941225 h 6914404"/>
                <a:gd name="connsiteX3" fmla="*/ 2571455 w 2571455"/>
                <a:gd name="connsiteY3" fmla="*/ 6914404 h 6914404"/>
                <a:gd name="connsiteX4" fmla="*/ 2547392 w 2571455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17149 w 2541212"/>
                <a:gd name="connsiteY0" fmla="*/ 8277 h 6914404"/>
                <a:gd name="connsiteX1" fmla="*/ 907925 w 2541212"/>
                <a:gd name="connsiteY1" fmla="*/ 2184990 h 6914404"/>
                <a:gd name="connsiteX2" fmla="*/ 38643 w 2541212"/>
                <a:gd name="connsiteY2" fmla="*/ 4941225 h 6914404"/>
                <a:gd name="connsiteX3" fmla="*/ 2541212 w 2541212"/>
                <a:gd name="connsiteY3" fmla="*/ 6914404 h 6914404"/>
                <a:gd name="connsiteX4" fmla="*/ 2517149 w 2541212"/>
                <a:gd name="connsiteY4" fmla="*/ 8277 h 6914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1212" h="6914404">
                  <a:moveTo>
                    <a:pt x="2517149" y="8277"/>
                  </a:moveTo>
                  <a:cubicBezTo>
                    <a:pt x="614154" y="-124071"/>
                    <a:pt x="1321009" y="1362832"/>
                    <a:pt x="907925" y="2184990"/>
                  </a:cubicBezTo>
                  <a:cubicBezTo>
                    <a:pt x="494841" y="3007148"/>
                    <a:pt x="-166896" y="3508464"/>
                    <a:pt x="38643" y="4941225"/>
                  </a:cubicBezTo>
                  <a:cubicBezTo>
                    <a:pt x="358482" y="6183486"/>
                    <a:pt x="1573672" y="6806120"/>
                    <a:pt x="2541212" y="6914404"/>
                  </a:cubicBezTo>
                  <a:lnTo>
                    <a:pt x="2517149" y="8277"/>
                  </a:lnTo>
                  <a:close/>
                </a:path>
              </a:pathLst>
            </a:custGeom>
            <a:gradFill>
              <a:gsLst>
                <a:gs pos="2000">
                  <a:schemeClr val="accent1"/>
                </a:gs>
                <a:gs pos="100000">
                  <a:schemeClr val="accent5"/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591"/>
            </a:p>
          </p:txBody>
        </p:sp>
      </p:grpSp>
      <p:pic>
        <p:nvPicPr>
          <p:cNvPr id="15" name="Imagen 14">
            <a:extLst>
              <a:ext uri="{FF2B5EF4-FFF2-40B4-BE49-F238E27FC236}">
                <a16:creationId xmlns:a16="http://schemas.microsoft.com/office/drawing/2014/main" id="{35AEA3C0-34E8-23EA-37EB-D607D014FC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022" y="396218"/>
            <a:ext cx="748306" cy="9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41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8433D18-3D08-4C6C-8D9B-FC3ED7964761}"/>
              </a:ext>
            </a:extLst>
          </p:cNvPr>
          <p:cNvSpPr/>
          <p:nvPr userDrawn="1"/>
        </p:nvSpPr>
        <p:spPr>
          <a:xfrm>
            <a:off x="3977502" y="1313779"/>
            <a:ext cx="4236997" cy="4230445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5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9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C924FE-AE8F-40C9-A693-F37397864F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06" y="905092"/>
            <a:ext cx="2597191" cy="5047819"/>
          </a:xfrm>
          <a:prstGeom prst="rect">
            <a:avLst/>
          </a:prstGeom>
          <a:effectLst>
            <a:outerShdw blurRad="1270000" algn="ctr" rotWithShape="0">
              <a:prstClr val="black">
                <a:alpha val="43000"/>
              </a:prstClr>
            </a:outerShdw>
          </a:effectLst>
        </p:spPr>
      </p:pic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892E4B6E-5852-440B-8F94-19FEAE7BB4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051301" y="1147435"/>
            <a:ext cx="2093975" cy="4547722"/>
          </a:xfrm>
          <a:custGeom>
            <a:avLst/>
            <a:gdLst>
              <a:gd name="connsiteX0" fmla="*/ 195352 w 2086425"/>
              <a:gd name="connsiteY0" fmla="*/ 0 h 4549458"/>
              <a:gd name="connsiteX1" fmla="*/ 450507 w 2086425"/>
              <a:gd name="connsiteY1" fmla="*/ 0 h 4549458"/>
              <a:gd name="connsiteX2" fmla="*/ 450507 w 2086425"/>
              <a:gd name="connsiteY2" fmla="*/ 14564 h 4549458"/>
              <a:gd name="connsiteX3" fmla="*/ 606282 w 2086425"/>
              <a:gd name="connsiteY3" fmla="*/ 170339 h 4549458"/>
              <a:gd name="connsiteX4" fmla="*/ 1482976 w 2086425"/>
              <a:gd name="connsiteY4" fmla="*/ 170339 h 4549458"/>
              <a:gd name="connsiteX5" fmla="*/ 1638751 w 2086425"/>
              <a:gd name="connsiteY5" fmla="*/ 14564 h 4549458"/>
              <a:gd name="connsiteX6" fmla="*/ 1638751 w 2086425"/>
              <a:gd name="connsiteY6" fmla="*/ 0 h 4549458"/>
              <a:gd name="connsiteX7" fmla="*/ 1891073 w 2086425"/>
              <a:gd name="connsiteY7" fmla="*/ 0 h 4549458"/>
              <a:gd name="connsiteX8" fmla="*/ 2086425 w 2086425"/>
              <a:gd name="connsiteY8" fmla="*/ 195352 h 4549458"/>
              <a:gd name="connsiteX9" fmla="*/ 2086425 w 2086425"/>
              <a:gd name="connsiteY9" fmla="*/ 4354106 h 4549458"/>
              <a:gd name="connsiteX10" fmla="*/ 1891073 w 2086425"/>
              <a:gd name="connsiteY10" fmla="*/ 4549458 h 4549458"/>
              <a:gd name="connsiteX11" fmla="*/ 195352 w 2086425"/>
              <a:gd name="connsiteY11" fmla="*/ 4549458 h 4549458"/>
              <a:gd name="connsiteX12" fmla="*/ 0 w 2086425"/>
              <a:gd name="connsiteY12" fmla="*/ 4354106 h 4549458"/>
              <a:gd name="connsiteX13" fmla="*/ 0 w 2086425"/>
              <a:gd name="connsiteY13" fmla="*/ 195352 h 4549458"/>
              <a:gd name="connsiteX14" fmla="*/ 195352 w 2086425"/>
              <a:gd name="connsiteY14" fmla="*/ 0 h 4549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86425" h="4549458">
                <a:moveTo>
                  <a:pt x="195352" y="0"/>
                </a:moveTo>
                <a:lnTo>
                  <a:pt x="450507" y="0"/>
                </a:lnTo>
                <a:lnTo>
                  <a:pt x="450507" y="14564"/>
                </a:lnTo>
                <a:cubicBezTo>
                  <a:pt x="450507" y="100596"/>
                  <a:pt x="520250" y="170339"/>
                  <a:pt x="606282" y="170339"/>
                </a:cubicBezTo>
                <a:lnTo>
                  <a:pt x="1482976" y="170339"/>
                </a:lnTo>
                <a:cubicBezTo>
                  <a:pt x="1569008" y="170339"/>
                  <a:pt x="1638751" y="100596"/>
                  <a:pt x="1638751" y="14564"/>
                </a:cubicBezTo>
                <a:lnTo>
                  <a:pt x="1638751" y="0"/>
                </a:lnTo>
                <a:lnTo>
                  <a:pt x="1891073" y="0"/>
                </a:lnTo>
                <a:cubicBezTo>
                  <a:pt x="1998963" y="0"/>
                  <a:pt x="2086425" y="87462"/>
                  <a:pt x="2086425" y="195352"/>
                </a:cubicBezTo>
                <a:lnTo>
                  <a:pt x="2086425" y="4354106"/>
                </a:lnTo>
                <a:cubicBezTo>
                  <a:pt x="2086425" y="4461996"/>
                  <a:pt x="1998963" y="4549458"/>
                  <a:pt x="1891073" y="4549458"/>
                </a:cubicBezTo>
                <a:lnTo>
                  <a:pt x="195352" y="4549458"/>
                </a:lnTo>
                <a:cubicBezTo>
                  <a:pt x="87462" y="4549458"/>
                  <a:pt x="0" y="4461996"/>
                  <a:pt x="0" y="4354106"/>
                </a:cubicBezTo>
                <a:lnTo>
                  <a:pt x="0" y="195352"/>
                </a:lnTo>
                <a:cubicBezTo>
                  <a:pt x="0" y="87462"/>
                  <a:pt x="87462" y="0"/>
                  <a:pt x="19535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125"/>
            </a:lvl1pPr>
          </a:lstStyle>
          <a:p>
            <a:endParaRPr lang="en-US"/>
          </a:p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2698145103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4F34EF0-3944-4A74-B5FA-8AB437DDA0A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887364" y="1482852"/>
            <a:ext cx="1098280" cy="1096583"/>
          </a:xfrm>
          <a:custGeom>
            <a:avLst/>
            <a:gdLst>
              <a:gd name="connsiteX0" fmla="*/ 877266 w 1754532"/>
              <a:gd name="connsiteY0" fmla="*/ 0 h 1754532"/>
              <a:gd name="connsiteX1" fmla="*/ 1754532 w 1754532"/>
              <a:gd name="connsiteY1" fmla="*/ 877266 h 1754532"/>
              <a:gd name="connsiteX2" fmla="*/ 877266 w 1754532"/>
              <a:gd name="connsiteY2" fmla="*/ 1754532 h 1754532"/>
              <a:gd name="connsiteX3" fmla="*/ 0 w 1754532"/>
              <a:gd name="connsiteY3" fmla="*/ 877266 h 1754532"/>
              <a:gd name="connsiteX4" fmla="*/ 877266 w 1754532"/>
              <a:gd name="connsiteY4" fmla="*/ 0 h 1754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4532" h="1754532">
                <a:moveTo>
                  <a:pt x="877266" y="0"/>
                </a:moveTo>
                <a:cubicBezTo>
                  <a:pt x="1361767" y="0"/>
                  <a:pt x="1754532" y="392765"/>
                  <a:pt x="1754532" y="877266"/>
                </a:cubicBezTo>
                <a:cubicBezTo>
                  <a:pt x="1754532" y="1361767"/>
                  <a:pt x="1361767" y="1754532"/>
                  <a:pt x="877266" y="1754532"/>
                </a:cubicBezTo>
                <a:cubicBezTo>
                  <a:pt x="392765" y="1754532"/>
                  <a:pt x="0" y="1361767"/>
                  <a:pt x="0" y="877266"/>
                </a:cubicBezTo>
                <a:cubicBezTo>
                  <a:pt x="0" y="392765"/>
                  <a:pt x="392765" y="0"/>
                  <a:pt x="87726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688"/>
            </a:lvl1pPr>
          </a:lstStyle>
          <a:p>
            <a:endParaRPr lang="en-US"/>
          </a:p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424059400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90604B41-5D34-4264-AAC0-482CEE702C6C}"/>
              </a:ext>
            </a:extLst>
          </p:cNvPr>
          <p:cNvSpPr/>
          <p:nvPr userDrawn="1"/>
        </p:nvSpPr>
        <p:spPr>
          <a:xfrm flipV="1">
            <a:off x="1118501" y="-1"/>
            <a:ext cx="3913876" cy="5128054"/>
          </a:xfrm>
          <a:prstGeom prst="round2SameRect">
            <a:avLst>
              <a:gd name="adj1" fmla="val 7374"/>
              <a:gd name="adj2" fmla="val 0"/>
            </a:avLst>
          </a:prstGeom>
          <a:gradFill>
            <a:gsLst>
              <a:gs pos="2000">
                <a:schemeClr val="accent1"/>
              </a:gs>
              <a:gs pos="100000">
                <a:schemeClr val="accent5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591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080F70B-C764-40F2-BA21-8914F873D9D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73523" y="2"/>
            <a:ext cx="3913876" cy="4938713"/>
          </a:xfrm>
          <a:prstGeom prst="round2SameRect">
            <a:avLst>
              <a:gd name="adj1" fmla="val 0"/>
              <a:gd name="adj2" fmla="val 8226"/>
            </a:avLst>
          </a:prstGeom>
          <a:solidFill>
            <a:schemeClr val="bg1">
              <a:lumMod val="95000"/>
              <a:alpha val="40000"/>
            </a:schemeClr>
          </a:solidFill>
          <a:effectLst>
            <a:outerShdw blurRad="1270000" dist="1346200" dir="8100000" sx="90000" sy="90000" algn="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125"/>
            </a:lvl1pPr>
          </a:lstStyle>
          <a:p>
            <a:endParaRPr lang="en-US"/>
          </a:p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57466708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11F3CD9-3A88-42DF-B153-A78955F159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26552" y="2724662"/>
            <a:ext cx="2597376" cy="2593359"/>
          </a:xfrm>
          <a:custGeom>
            <a:avLst/>
            <a:gdLst>
              <a:gd name="connsiteX0" fmla="*/ 2074688 w 4149375"/>
              <a:gd name="connsiteY0" fmla="*/ 0 h 4149375"/>
              <a:gd name="connsiteX1" fmla="*/ 4149375 w 4149375"/>
              <a:gd name="connsiteY1" fmla="*/ 2074688 h 4149375"/>
              <a:gd name="connsiteX2" fmla="*/ 2074688 w 4149375"/>
              <a:gd name="connsiteY2" fmla="*/ 4149375 h 4149375"/>
              <a:gd name="connsiteX3" fmla="*/ 0 w 4149375"/>
              <a:gd name="connsiteY3" fmla="*/ 2074688 h 414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375" h="4149375">
                <a:moveTo>
                  <a:pt x="2074688" y="0"/>
                </a:moveTo>
                <a:lnTo>
                  <a:pt x="4149375" y="2074688"/>
                </a:lnTo>
                <a:lnTo>
                  <a:pt x="2074688" y="4149375"/>
                </a:lnTo>
                <a:lnTo>
                  <a:pt x="0" y="207468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1473200" sx="80000" sy="800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125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  <a:p>
            <a:r>
              <a:rPr lang="en-US"/>
              <a:t>Picture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E5DE3DC-1A4B-4D26-A2A6-3A22903451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857744" y="714666"/>
            <a:ext cx="1158088" cy="1156296"/>
          </a:xfrm>
          <a:custGeom>
            <a:avLst/>
            <a:gdLst>
              <a:gd name="connsiteX0" fmla="*/ 925038 w 1850076"/>
              <a:gd name="connsiteY0" fmla="*/ 0 h 1850074"/>
              <a:gd name="connsiteX1" fmla="*/ 1850076 w 1850076"/>
              <a:gd name="connsiteY1" fmla="*/ 925037 h 1850074"/>
              <a:gd name="connsiteX2" fmla="*/ 925038 w 1850076"/>
              <a:gd name="connsiteY2" fmla="*/ 1850074 h 1850074"/>
              <a:gd name="connsiteX3" fmla="*/ 0 w 1850076"/>
              <a:gd name="connsiteY3" fmla="*/ 925037 h 1850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076" h="1850074">
                <a:moveTo>
                  <a:pt x="925038" y="0"/>
                </a:moveTo>
                <a:lnTo>
                  <a:pt x="1850076" y="925037"/>
                </a:lnTo>
                <a:lnTo>
                  <a:pt x="925038" y="1850074"/>
                </a:lnTo>
                <a:lnTo>
                  <a:pt x="0" y="92503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609600" dir="10800000" sx="80000" sy="80000" algn="r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125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  <a:p>
            <a:r>
              <a:rPr lang="en-US"/>
              <a:t>Picture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21994A-8B73-4CA9-81DC-FDE1DDAF8B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2732" y="1605436"/>
            <a:ext cx="1158088" cy="1156296"/>
          </a:xfrm>
          <a:custGeom>
            <a:avLst/>
            <a:gdLst>
              <a:gd name="connsiteX0" fmla="*/ 925038 w 1850076"/>
              <a:gd name="connsiteY0" fmla="*/ 0 h 1850074"/>
              <a:gd name="connsiteX1" fmla="*/ 1850076 w 1850076"/>
              <a:gd name="connsiteY1" fmla="*/ 925037 h 1850074"/>
              <a:gd name="connsiteX2" fmla="*/ 925038 w 1850076"/>
              <a:gd name="connsiteY2" fmla="*/ 1850074 h 1850074"/>
              <a:gd name="connsiteX3" fmla="*/ 0 w 1850076"/>
              <a:gd name="connsiteY3" fmla="*/ 925037 h 1850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076" h="1850074">
                <a:moveTo>
                  <a:pt x="925038" y="0"/>
                </a:moveTo>
                <a:lnTo>
                  <a:pt x="1850076" y="925037"/>
                </a:lnTo>
                <a:lnTo>
                  <a:pt x="925038" y="1850074"/>
                </a:lnTo>
                <a:lnTo>
                  <a:pt x="0" y="92503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660400" sx="80000" sy="800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125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  <a:p>
            <a:r>
              <a:rPr lang="en-US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3BF5CA1-7F17-4489-AD25-0A87BFC8CC5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785015" y="-478549"/>
            <a:ext cx="2225887" cy="2222445"/>
          </a:xfrm>
          <a:custGeom>
            <a:avLst/>
            <a:gdLst>
              <a:gd name="connsiteX0" fmla="*/ 1777956 w 3555912"/>
              <a:gd name="connsiteY0" fmla="*/ 0 h 3555912"/>
              <a:gd name="connsiteX1" fmla="*/ 3555912 w 3555912"/>
              <a:gd name="connsiteY1" fmla="*/ 1777956 h 3555912"/>
              <a:gd name="connsiteX2" fmla="*/ 1777956 w 3555912"/>
              <a:gd name="connsiteY2" fmla="*/ 3555912 h 3555912"/>
              <a:gd name="connsiteX3" fmla="*/ 0 w 3555912"/>
              <a:gd name="connsiteY3" fmla="*/ 1777956 h 3555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55912" h="3555912">
                <a:moveTo>
                  <a:pt x="1777956" y="0"/>
                </a:moveTo>
                <a:lnTo>
                  <a:pt x="3555912" y="1777956"/>
                </a:lnTo>
                <a:lnTo>
                  <a:pt x="1777956" y="3555912"/>
                </a:lnTo>
                <a:lnTo>
                  <a:pt x="0" y="17779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1473200" sx="80000" sy="800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125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  <a:p>
            <a:r>
              <a:rPr lang="en-US"/>
              <a:t>Picture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7526FE4-ECA1-4A7B-8E2C-98709737AC9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93376" y="4175789"/>
            <a:ext cx="4419328" cy="4412495"/>
          </a:xfrm>
          <a:custGeom>
            <a:avLst/>
            <a:gdLst>
              <a:gd name="connsiteX0" fmla="*/ 3529996 w 7059992"/>
              <a:gd name="connsiteY0" fmla="*/ 0 h 7059992"/>
              <a:gd name="connsiteX1" fmla="*/ 7059992 w 7059992"/>
              <a:gd name="connsiteY1" fmla="*/ 3529996 h 7059992"/>
              <a:gd name="connsiteX2" fmla="*/ 3529996 w 7059992"/>
              <a:gd name="connsiteY2" fmla="*/ 7059992 h 7059992"/>
              <a:gd name="connsiteX3" fmla="*/ 0 w 7059992"/>
              <a:gd name="connsiteY3" fmla="*/ 3529996 h 7059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59992" h="7059992">
                <a:moveTo>
                  <a:pt x="3529996" y="0"/>
                </a:moveTo>
                <a:lnTo>
                  <a:pt x="7059992" y="3529996"/>
                </a:lnTo>
                <a:lnTo>
                  <a:pt x="3529996" y="7059992"/>
                </a:lnTo>
                <a:lnTo>
                  <a:pt x="0" y="352999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2540000" dir="16200000" sx="80000" sy="80000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125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  <a:p>
            <a:r>
              <a:rPr lang="en-US"/>
              <a:t>Picture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8C894DE-6F3D-48E8-8B09-814327362E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52317" y="2160552"/>
            <a:ext cx="3684473" cy="3678776"/>
          </a:xfrm>
          <a:custGeom>
            <a:avLst/>
            <a:gdLst>
              <a:gd name="connsiteX0" fmla="*/ 2943021 w 5886042"/>
              <a:gd name="connsiteY0" fmla="*/ 0 h 5886042"/>
              <a:gd name="connsiteX1" fmla="*/ 5886042 w 5886042"/>
              <a:gd name="connsiteY1" fmla="*/ 2943021 h 5886042"/>
              <a:gd name="connsiteX2" fmla="*/ 2943021 w 5886042"/>
              <a:gd name="connsiteY2" fmla="*/ 5886042 h 5886042"/>
              <a:gd name="connsiteX3" fmla="*/ 0 w 5886042"/>
              <a:gd name="connsiteY3" fmla="*/ 2943021 h 5886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86042" h="5886042">
                <a:moveTo>
                  <a:pt x="2943021" y="0"/>
                </a:moveTo>
                <a:lnTo>
                  <a:pt x="5886042" y="2943021"/>
                </a:lnTo>
                <a:lnTo>
                  <a:pt x="2943021" y="5886042"/>
                </a:lnTo>
                <a:lnTo>
                  <a:pt x="0" y="294302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2540000" dir="10800000" sx="80000" sy="80000" algn="r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125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163888777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4404E201-8DCA-4C76-81D3-A099ED3747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4037371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</p:spPr>
        <p:txBody>
          <a:bodyPr/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47446594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2F08F43-5075-4D81-B359-FC34B9C9F998}"/>
              </a:ext>
            </a:extLst>
          </p:cNvPr>
          <p:cNvSpPr/>
          <p:nvPr userDrawn="1"/>
        </p:nvSpPr>
        <p:spPr>
          <a:xfrm>
            <a:off x="1422822" y="1454155"/>
            <a:ext cx="5248593" cy="3156826"/>
          </a:xfrm>
          <a:prstGeom prst="roundRect">
            <a:avLst>
              <a:gd name="adj" fmla="val 1456"/>
            </a:avLst>
          </a:prstGeom>
          <a:gradFill flip="none" rotWithShape="1">
            <a:gsLst>
              <a:gs pos="2000">
                <a:schemeClr val="accent1"/>
              </a:gs>
              <a:gs pos="100000">
                <a:schemeClr val="accent5"/>
              </a:gs>
            </a:gsLst>
            <a:lin ang="2700000" scaled="1"/>
            <a:tileRect/>
          </a:gradFill>
          <a:ln>
            <a:noFill/>
          </a:ln>
          <a:effectLst>
            <a:outerShdw blurRad="1270000" sx="90000" sy="90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591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4485ACDF-E25F-4F8B-9AE1-45FCB86F346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05529" y="2060217"/>
            <a:ext cx="5683177" cy="3176289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889000" dir="5400000" sx="95000" sy="95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6A6CB71-7419-4B98-8350-B1D20C470033}"/>
              </a:ext>
            </a:extLst>
          </p:cNvPr>
          <p:cNvGrpSpPr/>
          <p:nvPr userDrawn="1"/>
        </p:nvGrpSpPr>
        <p:grpSpPr>
          <a:xfrm>
            <a:off x="1205529" y="1692707"/>
            <a:ext cx="5683177" cy="367508"/>
            <a:chOff x="3179886" y="2083564"/>
            <a:chExt cx="5702858" cy="369350"/>
          </a:xfrm>
          <a:effectLst/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FE4B201-700E-4B77-B7E9-3EC6B104034C}"/>
                </a:ext>
              </a:extLst>
            </p:cNvPr>
            <p:cNvGrpSpPr/>
            <p:nvPr/>
          </p:nvGrpSpPr>
          <p:grpSpPr>
            <a:xfrm>
              <a:off x="3179886" y="2083564"/>
              <a:ext cx="5702858" cy="369350"/>
              <a:chOff x="3179886" y="2083564"/>
              <a:chExt cx="5702858" cy="369350"/>
            </a:xfrm>
          </p:grpSpPr>
          <p:sp>
            <p:nvSpPr>
              <p:cNvPr id="6" name="Round Same Side Corner Rectangle 1">
                <a:extLst>
                  <a:ext uri="{FF2B5EF4-FFF2-40B4-BE49-F238E27FC236}">
                    <a16:creationId xmlns:a16="http://schemas.microsoft.com/office/drawing/2014/main" id="{750FEC46-6992-46DB-A226-1F64EDB9F349}"/>
                  </a:ext>
                </a:extLst>
              </p:cNvPr>
              <p:cNvSpPr/>
              <p:nvPr/>
            </p:nvSpPr>
            <p:spPr>
              <a:xfrm>
                <a:off x="3179886" y="2083564"/>
                <a:ext cx="5702858" cy="369350"/>
              </a:xfrm>
              <a:prstGeom prst="round2SameRect">
                <a:avLst>
                  <a:gd name="adj1" fmla="val 14928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591"/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B8E63F27-0282-4576-887C-C633099AC269}"/>
                  </a:ext>
                </a:extLst>
              </p:cNvPr>
              <p:cNvGrpSpPr/>
              <p:nvPr/>
            </p:nvGrpSpPr>
            <p:grpSpPr>
              <a:xfrm>
                <a:off x="3382010" y="2233949"/>
                <a:ext cx="341854" cy="82531"/>
                <a:chOff x="3382010" y="2233949"/>
                <a:chExt cx="341854" cy="82531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C6735357-4CC0-463A-9795-6581392FD121}"/>
                    </a:ext>
                  </a:extLst>
                </p:cNvPr>
                <p:cNvSpPr/>
                <p:nvPr/>
              </p:nvSpPr>
              <p:spPr>
                <a:xfrm>
                  <a:off x="3382010" y="2233949"/>
                  <a:ext cx="82531" cy="82531"/>
                </a:xfrm>
                <a:prstGeom prst="ellipse">
                  <a:avLst/>
                </a:prstGeom>
                <a:gradFill>
                  <a:gsLst>
                    <a:gs pos="100000">
                      <a:schemeClr val="accent1"/>
                    </a:gs>
                    <a:gs pos="0">
                      <a:schemeClr val="accent1">
                        <a:lumMod val="75000"/>
                      </a:schemeClr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591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4818E3B8-C48D-4C22-837D-3CD39476A84C}"/>
                    </a:ext>
                  </a:extLst>
                </p:cNvPr>
                <p:cNvSpPr/>
                <p:nvPr/>
              </p:nvSpPr>
              <p:spPr>
                <a:xfrm>
                  <a:off x="3511671" y="2233949"/>
                  <a:ext cx="82531" cy="82531"/>
                </a:xfrm>
                <a:prstGeom prst="ellipse">
                  <a:avLst/>
                </a:prstGeom>
                <a:gradFill>
                  <a:gsLst>
                    <a:gs pos="100000">
                      <a:schemeClr val="accent2"/>
                    </a:gs>
                    <a:gs pos="0">
                      <a:schemeClr val="accent2">
                        <a:lumMod val="75000"/>
                      </a:schemeClr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591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C2210FE7-84B7-44C3-9215-A4B5752EC631}"/>
                    </a:ext>
                  </a:extLst>
                </p:cNvPr>
                <p:cNvSpPr/>
                <p:nvPr/>
              </p:nvSpPr>
              <p:spPr>
                <a:xfrm>
                  <a:off x="3641333" y="2233949"/>
                  <a:ext cx="82531" cy="82531"/>
                </a:xfrm>
                <a:prstGeom prst="ellipse">
                  <a:avLst/>
                </a:prstGeom>
                <a:gradFill>
                  <a:gsLst>
                    <a:gs pos="100000">
                      <a:schemeClr val="accent3"/>
                    </a:gs>
                    <a:gs pos="0">
                      <a:schemeClr val="accent3">
                        <a:lumMod val="75000"/>
                      </a:schemeClr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591"/>
                </a:p>
              </p:txBody>
            </p:sp>
          </p:grpSp>
        </p:grpSp>
        <p:sp>
          <p:nvSpPr>
            <p:cNvPr id="5" name="Rounded Rectangle 23">
              <a:extLst>
                <a:ext uri="{FF2B5EF4-FFF2-40B4-BE49-F238E27FC236}">
                  <a16:creationId xmlns:a16="http://schemas.microsoft.com/office/drawing/2014/main" id="{69C7C34F-F431-4329-AA39-C8355217F67F}"/>
                </a:ext>
              </a:extLst>
            </p:cNvPr>
            <p:cNvSpPr/>
            <p:nvPr/>
          </p:nvSpPr>
          <p:spPr>
            <a:xfrm>
              <a:off x="3965020" y="2182834"/>
              <a:ext cx="2674620" cy="18475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625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http://www.website.com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2413183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34E0E81-E4AA-4F1C-9878-0B73F43F280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50418" y="2607982"/>
            <a:ext cx="4090168" cy="2532063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7D47FB8-7B6C-278C-1819-9E58926649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629" y="255853"/>
            <a:ext cx="742041" cy="9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89931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D0AAD9EF-6885-4E43-82D3-686057F3F2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608870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</p:spPr>
        <p:txBody>
          <a:bodyPr/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01300733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A7F7DBA-6C8B-4779-B99D-6AC863EAEB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12934" y="1993877"/>
            <a:ext cx="3508167" cy="3628948"/>
          </a:xfrm>
          <a:custGeom>
            <a:avLst/>
            <a:gdLst>
              <a:gd name="connsiteX0" fmla="*/ 49207 w 5604388"/>
              <a:gd name="connsiteY0" fmla="*/ 0 h 5806316"/>
              <a:gd name="connsiteX1" fmla="*/ 5555182 w 5604388"/>
              <a:gd name="connsiteY1" fmla="*/ 0 h 5806316"/>
              <a:gd name="connsiteX2" fmla="*/ 5604388 w 5604388"/>
              <a:gd name="connsiteY2" fmla="*/ 49207 h 5806316"/>
              <a:gd name="connsiteX3" fmla="*/ 5604388 w 5604388"/>
              <a:gd name="connsiteY3" fmla="*/ 5757109 h 5806316"/>
              <a:gd name="connsiteX4" fmla="*/ 5555182 w 5604388"/>
              <a:gd name="connsiteY4" fmla="*/ 5806316 h 5806316"/>
              <a:gd name="connsiteX5" fmla="*/ 49207 w 5604388"/>
              <a:gd name="connsiteY5" fmla="*/ 5806316 h 5806316"/>
              <a:gd name="connsiteX6" fmla="*/ 0 w 5604388"/>
              <a:gd name="connsiteY6" fmla="*/ 5757109 h 5806316"/>
              <a:gd name="connsiteX7" fmla="*/ 0 w 5604388"/>
              <a:gd name="connsiteY7" fmla="*/ 49207 h 5806316"/>
              <a:gd name="connsiteX8" fmla="*/ 49207 w 5604388"/>
              <a:gd name="connsiteY8" fmla="*/ 0 h 5806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04388" h="5806316">
                <a:moveTo>
                  <a:pt x="49207" y="0"/>
                </a:moveTo>
                <a:lnTo>
                  <a:pt x="5555182" y="0"/>
                </a:lnTo>
                <a:cubicBezTo>
                  <a:pt x="5582358" y="0"/>
                  <a:pt x="5604388" y="22031"/>
                  <a:pt x="5604388" y="49207"/>
                </a:cubicBezTo>
                <a:lnTo>
                  <a:pt x="5604388" y="5757109"/>
                </a:lnTo>
                <a:cubicBezTo>
                  <a:pt x="5604388" y="5784285"/>
                  <a:pt x="5582358" y="5806316"/>
                  <a:pt x="5555182" y="5806316"/>
                </a:cubicBezTo>
                <a:lnTo>
                  <a:pt x="49207" y="5806316"/>
                </a:lnTo>
                <a:cubicBezTo>
                  <a:pt x="22031" y="5806316"/>
                  <a:pt x="0" y="5784285"/>
                  <a:pt x="0" y="5757109"/>
                </a:cubicBezTo>
                <a:lnTo>
                  <a:pt x="0" y="49207"/>
                </a:lnTo>
                <a:cubicBezTo>
                  <a:pt x="0" y="22031"/>
                  <a:pt x="22031" y="0"/>
                  <a:pt x="4920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  <a:effectLst>
            <a:outerShdw blurRad="1270000" dist="1041400" dir="5400000" sx="90000" sy="9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6A86A2-B52E-4C7D-851D-05E3846E9E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08610" y="1993877"/>
            <a:ext cx="3508167" cy="3628948"/>
          </a:xfrm>
          <a:custGeom>
            <a:avLst/>
            <a:gdLst>
              <a:gd name="connsiteX0" fmla="*/ 49207 w 5604388"/>
              <a:gd name="connsiteY0" fmla="*/ 0 h 5806316"/>
              <a:gd name="connsiteX1" fmla="*/ 5555182 w 5604388"/>
              <a:gd name="connsiteY1" fmla="*/ 0 h 5806316"/>
              <a:gd name="connsiteX2" fmla="*/ 5604388 w 5604388"/>
              <a:gd name="connsiteY2" fmla="*/ 49207 h 5806316"/>
              <a:gd name="connsiteX3" fmla="*/ 5604388 w 5604388"/>
              <a:gd name="connsiteY3" fmla="*/ 5757109 h 5806316"/>
              <a:gd name="connsiteX4" fmla="*/ 5555182 w 5604388"/>
              <a:gd name="connsiteY4" fmla="*/ 5806316 h 5806316"/>
              <a:gd name="connsiteX5" fmla="*/ 49207 w 5604388"/>
              <a:gd name="connsiteY5" fmla="*/ 5806316 h 5806316"/>
              <a:gd name="connsiteX6" fmla="*/ 0 w 5604388"/>
              <a:gd name="connsiteY6" fmla="*/ 5757109 h 5806316"/>
              <a:gd name="connsiteX7" fmla="*/ 0 w 5604388"/>
              <a:gd name="connsiteY7" fmla="*/ 49207 h 5806316"/>
              <a:gd name="connsiteX8" fmla="*/ 49207 w 5604388"/>
              <a:gd name="connsiteY8" fmla="*/ 0 h 5806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04388" h="5806316">
                <a:moveTo>
                  <a:pt x="49207" y="0"/>
                </a:moveTo>
                <a:lnTo>
                  <a:pt x="5555182" y="0"/>
                </a:lnTo>
                <a:cubicBezTo>
                  <a:pt x="5582358" y="0"/>
                  <a:pt x="5604388" y="22031"/>
                  <a:pt x="5604388" y="49207"/>
                </a:cubicBezTo>
                <a:lnTo>
                  <a:pt x="5604388" y="5757109"/>
                </a:lnTo>
                <a:cubicBezTo>
                  <a:pt x="5604388" y="5784285"/>
                  <a:pt x="5582358" y="5806316"/>
                  <a:pt x="5555182" y="5806316"/>
                </a:cubicBezTo>
                <a:lnTo>
                  <a:pt x="49207" y="5806316"/>
                </a:lnTo>
                <a:cubicBezTo>
                  <a:pt x="22031" y="5806316"/>
                  <a:pt x="0" y="5784285"/>
                  <a:pt x="0" y="5757109"/>
                </a:cubicBezTo>
                <a:lnTo>
                  <a:pt x="0" y="49207"/>
                </a:lnTo>
                <a:cubicBezTo>
                  <a:pt x="0" y="22031"/>
                  <a:pt x="22031" y="0"/>
                  <a:pt x="4920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  <a:effectLst>
            <a:outerShdw blurRad="1270000" dist="1041400" dir="5400000" sx="90000" sy="9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6400650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97D40FD-EB7E-4889-8A7D-6D5DF67DAB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47524" y="1298279"/>
            <a:ext cx="5506539" cy="3837429"/>
          </a:xfrm>
          <a:custGeom>
            <a:avLst/>
            <a:gdLst>
              <a:gd name="connsiteX0" fmla="*/ 5554921 w 8796840"/>
              <a:gd name="connsiteY0" fmla="*/ 12 h 6139886"/>
              <a:gd name="connsiteX1" fmla="*/ 6509977 w 8796840"/>
              <a:gd name="connsiteY1" fmla="*/ 121875 h 6139886"/>
              <a:gd name="connsiteX2" fmla="*/ 8794630 w 8796840"/>
              <a:gd name="connsiteY2" fmla="*/ 3341442 h 6139886"/>
              <a:gd name="connsiteX3" fmla="*/ 6890752 w 8796840"/>
              <a:gd name="connsiteY3" fmla="*/ 6123221 h 6139886"/>
              <a:gd name="connsiteX4" fmla="*/ 3346612 w 8796840"/>
              <a:gd name="connsiteY4" fmla="*/ 4362947 h 6139886"/>
              <a:gd name="connsiteX5" fmla="*/ 974088 w 8796840"/>
              <a:gd name="connsiteY5" fmla="*/ 5238524 h 6139886"/>
              <a:gd name="connsiteX6" fmla="*/ 202774 w 8796840"/>
              <a:gd name="connsiteY6" fmla="*/ 2657398 h 6139886"/>
              <a:gd name="connsiteX7" fmla="*/ 5554921 w 8796840"/>
              <a:gd name="connsiteY7" fmla="*/ 12 h 6139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96840" h="6139886">
                <a:moveTo>
                  <a:pt x="5554921" y="12"/>
                </a:moveTo>
                <a:cubicBezTo>
                  <a:pt x="5883157" y="-754"/>
                  <a:pt x="6204055" y="36939"/>
                  <a:pt x="6509977" y="121875"/>
                </a:cubicBezTo>
                <a:cubicBezTo>
                  <a:pt x="8957354" y="801358"/>
                  <a:pt x="8750694" y="2158806"/>
                  <a:pt x="8794630" y="3341442"/>
                </a:cubicBezTo>
                <a:cubicBezTo>
                  <a:pt x="8838566" y="4524078"/>
                  <a:pt x="8228348" y="5898246"/>
                  <a:pt x="6890752" y="6123221"/>
                </a:cubicBezTo>
                <a:cubicBezTo>
                  <a:pt x="5553157" y="6348195"/>
                  <a:pt x="4430358" y="4218538"/>
                  <a:pt x="3346612" y="4362947"/>
                </a:cubicBezTo>
                <a:cubicBezTo>
                  <a:pt x="2321447" y="4233739"/>
                  <a:pt x="1869073" y="5632229"/>
                  <a:pt x="974088" y="5238524"/>
                </a:cubicBezTo>
                <a:cubicBezTo>
                  <a:pt x="79103" y="4844818"/>
                  <a:pt x="-251227" y="3528414"/>
                  <a:pt x="202774" y="2657398"/>
                </a:cubicBezTo>
                <a:cubicBezTo>
                  <a:pt x="600025" y="1895259"/>
                  <a:pt x="3257266" y="5373"/>
                  <a:pt x="5554921" y="12"/>
                </a:cubicBezTo>
                <a:close/>
              </a:path>
            </a:pathLst>
          </a:custGeom>
          <a:noFill/>
          <a:ln w="38100">
            <a:noFill/>
          </a:ln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E76A86D-CFF1-2BB9-7FF9-C1F404F998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629" y="255853"/>
            <a:ext cx="742041" cy="9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077594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F38F91-2DCB-4F21-B24F-422DF50AE7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386994" y="1298281"/>
            <a:ext cx="5464602" cy="3741557"/>
          </a:xfrm>
          <a:custGeom>
            <a:avLst/>
            <a:gdLst>
              <a:gd name="connsiteX0" fmla="*/ 5554921 w 8796840"/>
              <a:gd name="connsiteY0" fmla="*/ 12 h 6139886"/>
              <a:gd name="connsiteX1" fmla="*/ 6509977 w 8796840"/>
              <a:gd name="connsiteY1" fmla="*/ 121875 h 6139886"/>
              <a:gd name="connsiteX2" fmla="*/ 8794630 w 8796840"/>
              <a:gd name="connsiteY2" fmla="*/ 3341442 h 6139886"/>
              <a:gd name="connsiteX3" fmla="*/ 6890752 w 8796840"/>
              <a:gd name="connsiteY3" fmla="*/ 6123221 h 6139886"/>
              <a:gd name="connsiteX4" fmla="*/ 3346612 w 8796840"/>
              <a:gd name="connsiteY4" fmla="*/ 4362947 h 6139886"/>
              <a:gd name="connsiteX5" fmla="*/ 974088 w 8796840"/>
              <a:gd name="connsiteY5" fmla="*/ 5238524 h 6139886"/>
              <a:gd name="connsiteX6" fmla="*/ 202774 w 8796840"/>
              <a:gd name="connsiteY6" fmla="*/ 2657398 h 6139886"/>
              <a:gd name="connsiteX7" fmla="*/ 5554921 w 8796840"/>
              <a:gd name="connsiteY7" fmla="*/ 12 h 6139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96840" h="6139886">
                <a:moveTo>
                  <a:pt x="5554921" y="12"/>
                </a:moveTo>
                <a:cubicBezTo>
                  <a:pt x="5883157" y="-754"/>
                  <a:pt x="6204055" y="36939"/>
                  <a:pt x="6509977" y="121875"/>
                </a:cubicBezTo>
                <a:cubicBezTo>
                  <a:pt x="8957354" y="801358"/>
                  <a:pt x="8750694" y="2158806"/>
                  <a:pt x="8794630" y="3341442"/>
                </a:cubicBezTo>
                <a:cubicBezTo>
                  <a:pt x="8838566" y="4524078"/>
                  <a:pt x="8228348" y="5898246"/>
                  <a:pt x="6890752" y="6123221"/>
                </a:cubicBezTo>
                <a:cubicBezTo>
                  <a:pt x="5553157" y="6348195"/>
                  <a:pt x="4430358" y="4218538"/>
                  <a:pt x="3346612" y="4362947"/>
                </a:cubicBezTo>
                <a:cubicBezTo>
                  <a:pt x="2321447" y="4233739"/>
                  <a:pt x="1869073" y="5632229"/>
                  <a:pt x="974088" y="5238524"/>
                </a:cubicBezTo>
                <a:cubicBezTo>
                  <a:pt x="79103" y="4844818"/>
                  <a:pt x="-251227" y="3528414"/>
                  <a:pt x="202774" y="2657398"/>
                </a:cubicBezTo>
                <a:cubicBezTo>
                  <a:pt x="600025" y="1895259"/>
                  <a:pt x="3257266" y="5373"/>
                  <a:pt x="5554921" y="12"/>
                </a:cubicBezTo>
                <a:close/>
              </a:path>
            </a:pathLst>
          </a:custGeom>
          <a:noFill/>
          <a:ln w="38100">
            <a:noFill/>
          </a:ln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CF797EC-B62B-65D3-9B06-B7DE4088E1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2773" y="5613666"/>
            <a:ext cx="742041" cy="9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777958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315079C9-F33A-4DCA-A45D-755F4E23BA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58813" y="4739214"/>
            <a:ext cx="1038703" cy="1035495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78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ED0AA28-5742-8FA8-E8A6-F3D50BC088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629" y="327244"/>
            <a:ext cx="742041" cy="83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725091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809BD078-E332-4172-B2AB-50EDB0FFA0B2}"/>
              </a:ext>
            </a:extLst>
          </p:cNvPr>
          <p:cNvGrpSpPr/>
          <p:nvPr userDrawn="1"/>
        </p:nvGrpSpPr>
        <p:grpSpPr>
          <a:xfrm>
            <a:off x="3" y="5439262"/>
            <a:ext cx="1131447" cy="1418739"/>
            <a:chOff x="-2861" y="5931257"/>
            <a:chExt cx="4014423" cy="504154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6F6BE11-F68A-45A3-BF88-E02158396E0A}"/>
                </a:ext>
              </a:extLst>
            </p:cNvPr>
            <p:cNvSpPr/>
            <p:nvPr userDrawn="1"/>
          </p:nvSpPr>
          <p:spPr>
            <a:xfrm>
              <a:off x="-2861" y="7093454"/>
              <a:ext cx="4014423" cy="3879346"/>
            </a:xfrm>
            <a:custGeom>
              <a:avLst/>
              <a:gdLst>
                <a:gd name="connsiteX0" fmla="*/ 0 w 3816138"/>
                <a:gd name="connsiteY0" fmla="*/ 0 h 3981450"/>
                <a:gd name="connsiteX1" fmla="*/ 3238500 w 3816138"/>
                <a:gd name="connsiteY1" fmla="*/ 1809750 h 3981450"/>
                <a:gd name="connsiteX2" fmla="*/ 3657600 w 3816138"/>
                <a:gd name="connsiteY2" fmla="*/ 3981450 h 3981450"/>
                <a:gd name="connsiteX3" fmla="*/ 38100 w 3816138"/>
                <a:gd name="connsiteY3" fmla="*/ 3962400 h 3981450"/>
                <a:gd name="connsiteX4" fmla="*/ 0 w 3816138"/>
                <a:gd name="connsiteY4" fmla="*/ 0 h 3981450"/>
                <a:gd name="connsiteX0" fmla="*/ 0 w 3816138"/>
                <a:gd name="connsiteY0" fmla="*/ 0 h 3981450"/>
                <a:gd name="connsiteX1" fmla="*/ 3238500 w 3816138"/>
                <a:gd name="connsiteY1" fmla="*/ 1809750 h 3981450"/>
                <a:gd name="connsiteX2" fmla="*/ 3657600 w 3816138"/>
                <a:gd name="connsiteY2" fmla="*/ 3981450 h 3981450"/>
                <a:gd name="connsiteX3" fmla="*/ 38100 w 3816138"/>
                <a:gd name="connsiteY3" fmla="*/ 3962400 h 3981450"/>
                <a:gd name="connsiteX4" fmla="*/ 0 w 3816138"/>
                <a:gd name="connsiteY4" fmla="*/ 0 h 3981450"/>
                <a:gd name="connsiteX0" fmla="*/ 0 w 3876554"/>
                <a:gd name="connsiteY0" fmla="*/ 0 h 3981450"/>
                <a:gd name="connsiteX1" fmla="*/ 3409950 w 3876554"/>
                <a:gd name="connsiteY1" fmla="*/ 2076450 h 3981450"/>
                <a:gd name="connsiteX2" fmla="*/ 3657600 w 3876554"/>
                <a:gd name="connsiteY2" fmla="*/ 3981450 h 3981450"/>
                <a:gd name="connsiteX3" fmla="*/ 38100 w 3876554"/>
                <a:gd name="connsiteY3" fmla="*/ 3962400 h 3981450"/>
                <a:gd name="connsiteX4" fmla="*/ 0 w 3876554"/>
                <a:gd name="connsiteY4" fmla="*/ 0 h 3981450"/>
                <a:gd name="connsiteX0" fmla="*/ 0 w 3916378"/>
                <a:gd name="connsiteY0" fmla="*/ 0 h 3981450"/>
                <a:gd name="connsiteX1" fmla="*/ 3409950 w 3916378"/>
                <a:gd name="connsiteY1" fmla="*/ 2076450 h 3981450"/>
                <a:gd name="connsiteX2" fmla="*/ 3657600 w 3916378"/>
                <a:gd name="connsiteY2" fmla="*/ 3981450 h 3981450"/>
                <a:gd name="connsiteX3" fmla="*/ 38100 w 3916378"/>
                <a:gd name="connsiteY3" fmla="*/ 3962400 h 3981450"/>
                <a:gd name="connsiteX4" fmla="*/ 0 w 3916378"/>
                <a:gd name="connsiteY4" fmla="*/ 0 h 3981450"/>
                <a:gd name="connsiteX0" fmla="*/ 0 w 3873335"/>
                <a:gd name="connsiteY0" fmla="*/ 0 h 3981450"/>
                <a:gd name="connsiteX1" fmla="*/ 3409950 w 3873335"/>
                <a:gd name="connsiteY1" fmla="*/ 2076450 h 3981450"/>
                <a:gd name="connsiteX2" fmla="*/ 3657600 w 3873335"/>
                <a:gd name="connsiteY2" fmla="*/ 3981450 h 3981450"/>
                <a:gd name="connsiteX3" fmla="*/ 38100 w 3873335"/>
                <a:gd name="connsiteY3" fmla="*/ 3962400 h 3981450"/>
                <a:gd name="connsiteX4" fmla="*/ 0 w 3873335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38100 w 3786126"/>
                <a:gd name="connsiteY3" fmla="*/ 396240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4032226"/>
                <a:gd name="connsiteY0" fmla="*/ 0 h 4003693"/>
                <a:gd name="connsiteX1" fmla="*/ 3409950 w 4032226"/>
                <a:gd name="connsiteY1" fmla="*/ 2076450 h 4003693"/>
                <a:gd name="connsiteX2" fmla="*/ 3943350 w 4032226"/>
                <a:gd name="connsiteY2" fmla="*/ 4003693 h 4003693"/>
                <a:gd name="connsiteX3" fmla="*/ 0 w 4032226"/>
                <a:gd name="connsiteY3" fmla="*/ 3981450 h 4003693"/>
                <a:gd name="connsiteX4" fmla="*/ 0 w 4032226"/>
                <a:gd name="connsiteY4" fmla="*/ 0 h 4003693"/>
                <a:gd name="connsiteX0" fmla="*/ 0 w 3948509"/>
                <a:gd name="connsiteY0" fmla="*/ 0 h 4003693"/>
                <a:gd name="connsiteX1" fmla="*/ 3409950 w 3948509"/>
                <a:gd name="connsiteY1" fmla="*/ 2076450 h 4003693"/>
                <a:gd name="connsiteX2" fmla="*/ 3943350 w 3948509"/>
                <a:gd name="connsiteY2" fmla="*/ 4003693 h 4003693"/>
                <a:gd name="connsiteX3" fmla="*/ 0 w 3948509"/>
                <a:gd name="connsiteY3" fmla="*/ 3981450 h 4003693"/>
                <a:gd name="connsiteX4" fmla="*/ 0 w 3948509"/>
                <a:gd name="connsiteY4" fmla="*/ 0 h 4003693"/>
                <a:gd name="connsiteX0" fmla="*/ 0 w 3943350"/>
                <a:gd name="connsiteY0" fmla="*/ 0 h 4003693"/>
                <a:gd name="connsiteX1" fmla="*/ 3333750 w 3943350"/>
                <a:gd name="connsiteY1" fmla="*/ 1942994 h 4003693"/>
                <a:gd name="connsiteX2" fmla="*/ 3943350 w 3943350"/>
                <a:gd name="connsiteY2" fmla="*/ 4003693 h 4003693"/>
                <a:gd name="connsiteX3" fmla="*/ 0 w 3943350"/>
                <a:gd name="connsiteY3" fmla="*/ 3981450 h 4003693"/>
                <a:gd name="connsiteX4" fmla="*/ 0 w 3943350"/>
                <a:gd name="connsiteY4" fmla="*/ 0 h 4003693"/>
                <a:gd name="connsiteX0" fmla="*/ 0 w 4152900"/>
                <a:gd name="connsiteY0" fmla="*/ 0 h 3981450"/>
                <a:gd name="connsiteX1" fmla="*/ 3333750 w 4152900"/>
                <a:gd name="connsiteY1" fmla="*/ 1942994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333750 w 4152900"/>
                <a:gd name="connsiteY1" fmla="*/ 1942994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200400 w 4152900"/>
                <a:gd name="connsiteY1" fmla="*/ 1720566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200400 w 4152900"/>
                <a:gd name="connsiteY1" fmla="*/ 1720566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2900" h="3981450">
                  <a:moveTo>
                    <a:pt x="0" y="0"/>
                  </a:moveTo>
                  <a:cubicBezTo>
                    <a:pt x="762000" y="1189072"/>
                    <a:pt x="2584450" y="1190447"/>
                    <a:pt x="3200400" y="1720566"/>
                  </a:cubicBezTo>
                  <a:cubicBezTo>
                    <a:pt x="3816350" y="2250685"/>
                    <a:pt x="3971925" y="2641175"/>
                    <a:pt x="4152900" y="3981450"/>
                  </a:cubicBezTo>
                  <a:lnTo>
                    <a:pt x="0" y="398145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alpha val="4000"/>
                  </a:schemeClr>
                </a:gs>
                <a:gs pos="0">
                  <a:srgbClr val="181B2C">
                    <a:alpha val="3000"/>
                  </a:srgbClr>
                </a:gs>
                <a:gs pos="55000">
                  <a:schemeClr val="accent5">
                    <a:alpha val="33000"/>
                  </a:schemeClr>
                </a:gs>
              </a:gsLst>
              <a:lin ang="18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591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41C9953-3D6E-47F1-958E-0D18C81A8892}"/>
                </a:ext>
              </a:extLst>
            </p:cNvPr>
            <p:cNvSpPr/>
            <p:nvPr userDrawn="1"/>
          </p:nvSpPr>
          <p:spPr>
            <a:xfrm>
              <a:off x="0" y="5931257"/>
              <a:ext cx="1189942" cy="2524513"/>
            </a:xfrm>
            <a:custGeom>
              <a:avLst/>
              <a:gdLst>
                <a:gd name="connsiteX0" fmla="*/ 0 w 1189942"/>
                <a:gd name="connsiteY0" fmla="*/ 0 h 2524513"/>
                <a:gd name="connsiteX1" fmla="*/ 175601 w 1189942"/>
                <a:gd name="connsiteY1" fmla="*/ 17702 h 2524513"/>
                <a:gd name="connsiteX2" fmla="*/ 1189942 w 1189942"/>
                <a:gd name="connsiteY2" fmla="*/ 1262256 h 2524513"/>
                <a:gd name="connsiteX3" fmla="*/ 175601 w 1189942"/>
                <a:gd name="connsiteY3" fmla="*/ 2506811 h 2524513"/>
                <a:gd name="connsiteX4" fmla="*/ 0 w 1189942"/>
                <a:gd name="connsiteY4" fmla="*/ 2524513 h 2524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9942" h="2524513">
                  <a:moveTo>
                    <a:pt x="0" y="0"/>
                  </a:moveTo>
                  <a:lnTo>
                    <a:pt x="175601" y="17702"/>
                  </a:lnTo>
                  <a:cubicBezTo>
                    <a:pt x="754484" y="136158"/>
                    <a:pt x="1189942" y="648354"/>
                    <a:pt x="1189942" y="1262256"/>
                  </a:cubicBezTo>
                  <a:cubicBezTo>
                    <a:pt x="1189942" y="1876159"/>
                    <a:pt x="754484" y="2388354"/>
                    <a:pt x="175601" y="2506811"/>
                  </a:cubicBezTo>
                  <a:lnTo>
                    <a:pt x="0" y="2524513"/>
                  </a:lnTo>
                  <a:close/>
                </a:path>
              </a:pathLst>
            </a:custGeom>
            <a:gradFill>
              <a:gsLst>
                <a:gs pos="2000">
                  <a:schemeClr val="accent1"/>
                </a:gs>
                <a:gs pos="100000">
                  <a:schemeClr val="accent5"/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1270000" dist="6223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591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7D3EA97-C9C3-43FA-8A2F-F5398F4B88E7}"/>
              </a:ext>
            </a:extLst>
          </p:cNvPr>
          <p:cNvGrpSpPr/>
          <p:nvPr userDrawn="1"/>
        </p:nvGrpSpPr>
        <p:grpSpPr>
          <a:xfrm>
            <a:off x="10397095" y="2"/>
            <a:ext cx="1803744" cy="2061120"/>
            <a:chOff x="13922478" y="2"/>
            <a:chExt cx="5568680" cy="6373129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5EC50E4-1D06-4298-ACB2-9CAEB895461A}"/>
                </a:ext>
              </a:extLst>
            </p:cNvPr>
            <p:cNvSpPr/>
            <p:nvPr userDrawn="1"/>
          </p:nvSpPr>
          <p:spPr>
            <a:xfrm>
              <a:off x="13922478" y="2"/>
              <a:ext cx="5558654" cy="4717968"/>
            </a:xfrm>
            <a:custGeom>
              <a:avLst/>
              <a:gdLst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671011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671011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839453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839453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54071"/>
                <a:gd name="connsiteX1" fmla="*/ 2502569 w 6039853"/>
                <a:gd name="connsiteY1" fmla="*/ 1925053 h 6354071"/>
                <a:gd name="connsiteX2" fmla="*/ 2839453 w 6039853"/>
                <a:gd name="connsiteY2" fmla="*/ 4932948 h 6354071"/>
                <a:gd name="connsiteX3" fmla="*/ 6039853 w 6039853"/>
                <a:gd name="connsiteY3" fmla="*/ 6304548 h 6354071"/>
                <a:gd name="connsiteX4" fmla="*/ 5967664 w 6039853"/>
                <a:gd name="connsiteY4" fmla="*/ 0 h 6354071"/>
                <a:gd name="connsiteX5" fmla="*/ 0 w 6039853"/>
                <a:gd name="connsiteY5" fmla="*/ 0 h 6354071"/>
                <a:gd name="connsiteX0" fmla="*/ 0 w 6039853"/>
                <a:gd name="connsiteY0" fmla="*/ 0 h 6354071"/>
                <a:gd name="connsiteX1" fmla="*/ 2502569 w 6039853"/>
                <a:gd name="connsiteY1" fmla="*/ 1925053 h 6354071"/>
                <a:gd name="connsiteX2" fmla="*/ 2839453 w 6039853"/>
                <a:gd name="connsiteY2" fmla="*/ 4932948 h 6354071"/>
                <a:gd name="connsiteX3" fmla="*/ 6039853 w 6039853"/>
                <a:gd name="connsiteY3" fmla="*/ 6304548 h 6354071"/>
                <a:gd name="connsiteX4" fmla="*/ 6005764 w 6039853"/>
                <a:gd name="connsiteY4" fmla="*/ 0 h 6354071"/>
                <a:gd name="connsiteX5" fmla="*/ 0 w 6039853"/>
                <a:gd name="connsiteY5" fmla="*/ 0 h 6354071"/>
                <a:gd name="connsiteX0" fmla="*/ 0 w 6005764"/>
                <a:gd name="connsiteY0" fmla="*/ 0 h 6290613"/>
                <a:gd name="connsiteX1" fmla="*/ 2502569 w 6005764"/>
                <a:gd name="connsiteY1" fmla="*/ 1925053 h 6290613"/>
                <a:gd name="connsiteX2" fmla="*/ 2839453 w 6005764"/>
                <a:gd name="connsiteY2" fmla="*/ 4932948 h 6290613"/>
                <a:gd name="connsiteX3" fmla="*/ 6001753 w 6005764"/>
                <a:gd name="connsiteY3" fmla="*/ 6266448 h 6290613"/>
                <a:gd name="connsiteX4" fmla="*/ 6005764 w 6005764"/>
                <a:gd name="connsiteY4" fmla="*/ 0 h 6290613"/>
                <a:gd name="connsiteX5" fmla="*/ 0 w 6005764"/>
                <a:gd name="connsiteY5" fmla="*/ 0 h 6290613"/>
                <a:gd name="connsiteX0" fmla="*/ 0 w 6005764"/>
                <a:gd name="connsiteY0" fmla="*/ 0 h 6300010"/>
                <a:gd name="connsiteX1" fmla="*/ 2502569 w 6005764"/>
                <a:gd name="connsiteY1" fmla="*/ 1925053 h 6300010"/>
                <a:gd name="connsiteX2" fmla="*/ 2839453 w 6005764"/>
                <a:gd name="connsiteY2" fmla="*/ 4932948 h 6300010"/>
                <a:gd name="connsiteX3" fmla="*/ 6001753 w 6005764"/>
                <a:gd name="connsiteY3" fmla="*/ 6266448 h 6300010"/>
                <a:gd name="connsiteX4" fmla="*/ 6005764 w 6005764"/>
                <a:gd name="connsiteY4" fmla="*/ 0 h 6300010"/>
                <a:gd name="connsiteX5" fmla="*/ 0 w 6005764"/>
                <a:gd name="connsiteY5" fmla="*/ 0 h 6300010"/>
                <a:gd name="connsiteX0" fmla="*/ 0 w 6005764"/>
                <a:gd name="connsiteY0" fmla="*/ 0 h 6301252"/>
                <a:gd name="connsiteX1" fmla="*/ 2502569 w 6005764"/>
                <a:gd name="connsiteY1" fmla="*/ 1925053 h 6301252"/>
                <a:gd name="connsiteX2" fmla="*/ 2839453 w 6005764"/>
                <a:gd name="connsiteY2" fmla="*/ 4932948 h 6301252"/>
                <a:gd name="connsiteX3" fmla="*/ 6001753 w 6005764"/>
                <a:gd name="connsiteY3" fmla="*/ 6266448 h 6301252"/>
                <a:gd name="connsiteX4" fmla="*/ 6005764 w 6005764"/>
                <a:gd name="connsiteY4" fmla="*/ 0 h 6301252"/>
                <a:gd name="connsiteX5" fmla="*/ 0 w 6005764"/>
                <a:gd name="connsiteY5" fmla="*/ 0 h 6301252"/>
                <a:gd name="connsiteX0" fmla="*/ 0 w 6005764"/>
                <a:gd name="connsiteY0" fmla="*/ 0 h 6328404"/>
                <a:gd name="connsiteX1" fmla="*/ 2502569 w 6005764"/>
                <a:gd name="connsiteY1" fmla="*/ 1925053 h 6328404"/>
                <a:gd name="connsiteX2" fmla="*/ 2839453 w 6005764"/>
                <a:gd name="connsiteY2" fmla="*/ 4932948 h 6328404"/>
                <a:gd name="connsiteX3" fmla="*/ 6001753 w 6005764"/>
                <a:gd name="connsiteY3" fmla="*/ 6266448 h 6328404"/>
                <a:gd name="connsiteX4" fmla="*/ 6005764 w 6005764"/>
                <a:gd name="connsiteY4" fmla="*/ 0 h 6328404"/>
                <a:gd name="connsiteX5" fmla="*/ 0 w 6005764"/>
                <a:gd name="connsiteY5" fmla="*/ 0 h 6328404"/>
                <a:gd name="connsiteX0" fmla="*/ 0 w 6005764"/>
                <a:gd name="connsiteY0" fmla="*/ 0 h 6321734"/>
                <a:gd name="connsiteX1" fmla="*/ 2502569 w 6005764"/>
                <a:gd name="connsiteY1" fmla="*/ 1925053 h 6321734"/>
                <a:gd name="connsiteX2" fmla="*/ 3273143 w 6005764"/>
                <a:gd name="connsiteY2" fmla="*/ 4856415 h 6321734"/>
                <a:gd name="connsiteX3" fmla="*/ 6001753 w 6005764"/>
                <a:gd name="connsiteY3" fmla="*/ 6266448 h 6321734"/>
                <a:gd name="connsiteX4" fmla="*/ 6005764 w 6005764"/>
                <a:gd name="connsiteY4" fmla="*/ 0 h 6321734"/>
                <a:gd name="connsiteX5" fmla="*/ 0 w 6005764"/>
                <a:gd name="connsiteY5" fmla="*/ 0 h 6321734"/>
                <a:gd name="connsiteX0" fmla="*/ 0 w 6005764"/>
                <a:gd name="connsiteY0" fmla="*/ 0 h 6312022"/>
                <a:gd name="connsiteX1" fmla="*/ 2502569 w 6005764"/>
                <a:gd name="connsiteY1" fmla="*/ 1925053 h 6312022"/>
                <a:gd name="connsiteX2" fmla="*/ 3273143 w 6005764"/>
                <a:gd name="connsiteY2" fmla="*/ 4856415 h 6312022"/>
                <a:gd name="connsiteX3" fmla="*/ 6001753 w 6005764"/>
                <a:gd name="connsiteY3" fmla="*/ 6266448 h 6312022"/>
                <a:gd name="connsiteX4" fmla="*/ 6005764 w 6005764"/>
                <a:gd name="connsiteY4" fmla="*/ 0 h 6312022"/>
                <a:gd name="connsiteX5" fmla="*/ 0 w 6005764"/>
                <a:gd name="connsiteY5" fmla="*/ 0 h 6312022"/>
                <a:gd name="connsiteX0" fmla="*/ 0 w 6005764"/>
                <a:gd name="connsiteY0" fmla="*/ 0 h 6312023"/>
                <a:gd name="connsiteX1" fmla="*/ 2502569 w 6005764"/>
                <a:gd name="connsiteY1" fmla="*/ 1925053 h 6312023"/>
                <a:gd name="connsiteX2" fmla="*/ 3145587 w 6005764"/>
                <a:gd name="connsiteY2" fmla="*/ 4856415 h 6312023"/>
                <a:gd name="connsiteX3" fmla="*/ 6001753 w 6005764"/>
                <a:gd name="connsiteY3" fmla="*/ 6266448 h 6312023"/>
                <a:gd name="connsiteX4" fmla="*/ 6005764 w 6005764"/>
                <a:gd name="connsiteY4" fmla="*/ 0 h 6312023"/>
                <a:gd name="connsiteX5" fmla="*/ 0 w 6005764"/>
                <a:gd name="connsiteY5" fmla="*/ 0 h 6312023"/>
                <a:gd name="connsiteX0" fmla="*/ 0 w 6005764"/>
                <a:gd name="connsiteY0" fmla="*/ 0 h 6318150"/>
                <a:gd name="connsiteX1" fmla="*/ 2502569 w 6005764"/>
                <a:gd name="connsiteY1" fmla="*/ 1925053 h 6318150"/>
                <a:gd name="connsiteX2" fmla="*/ 3145587 w 6005764"/>
                <a:gd name="connsiteY2" fmla="*/ 4856415 h 6318150"/>
                <a:gd name="connsiteX3" fmla="*/ 6001753 w 6005764"/>
                <a:gd name="connsiteY3" fmla="*/ 6266448 h 6318150"/>
                <a:gd name="connsiteX4" fmla="*/ 6005764 w 6005764"/>
                <a:gd name="connsiteY4" fmla="*/ 0 h 6318150"/>
                <a:gd name="connsiteX5" fmla="*/ 0 w 6005764"/>
                <a:gd name="connsiteY5" fmla="*/ 0 h 631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05764" h="6318150">
                  <a:moveTo>
                    <a:pt x="0" y="0"/>
                  </a:moveTo>
                  <a:cubicBezTo>
                    <a:pt x="66174" y="1417720"/>
                    <a:pt x="1978305" y="1115651"/>
                    <a:pt x="2502569" y="1925053"/>
                  </a:cubicBezTo>
                  <a:cubicBezTo>
                    <a:pt x="3026834" y="2734456"/>
                    <a:pt x="2714790" y="3661059"/>
                    <a:pt x="3145587" y="4856415"/>
                  </a:cubicBezTo>
                  <a:cubicBezTo>
                    <a:pt x="3576384" y="6051771"/>
                    <a:pt x="4643187" y="6477001"/>
                    <a:pt x="6001753" y="6266448"/>
                  </a:cubicBezTo>
                  <a:lnTo>
                    <a:pt x="6005764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40000"/>
                  </a:schemeClr>
                </a:gs>
                <a:gs pos="0">
                  <a:srgbClr val="181B2C">
                    <a:alpha val="25000"/>
                  </a:srgbClr>
                </a:gs>
                <a:gs pos="55000">
                  <a:schemeClr val="accent5">
                    <a:alpha val="44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591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488E767-423F-49BD-9F41-394E9E86E1E3}"/>
                </a:ext>
              </a:extLst>
            </p:cNvPr>
            <p:cNvSpPr/>
            <p:nvPr userDrawn="1"/>
          </p:nvSpPr>
          <p:spPr>
            <a:xfrm>
              <a:off x="17828114" y="1072550"/>
              <a:ext cx="1663044" cy="5300581"/>
            </a:xfrm>
            <a:custGeom>
              <a:avLst/>
              <a:gdLst>
                <a:gd name="connsiteX0" fmla="*/ 2561234 w 2585297"/>
                <a:gd name="connsiteY0" fmla="*/ 0 h 6906127"/>
                <a:gd name="connsiteX1" fmla="*/ 780560 w 2585297"/>
                <a:gd name="connsiteY1" fmla="*/ 1852863 h 6906127"/>
                <a:gd name="connsiteX2" fmla="*/ 82728 w 2585297"/>
                <a:gd name="connsiteY2" fmla="*/ 4932948 h 6906127"/>
                <a:gd name="connsiteX3" fmla="*/ 2585297 w 2585297"/>
                <a:gd name="connsiteY3" fmla="*/ 6906127 h 6906127"/>
                <a:gd name="connsiteX4" fmla="*/ 2561234 w 2585297"/>
                <a:gd name="connsiteY4" fmla="*/ 0 h 6906127"/>
                <a:gd name="connsiteX0" fmla="*/ 2561234 w 2585297"/>
                <a:gd name="connsiteY0" fmla="*/ 10370 h 6916497"/>
                <a:gd name="connsiteX1" fmla="*/ 780560 w 2585297"/>
                <a:gd name="connsiteY1" fmla="*/ 1863233 h 6916497"/>
                <a:gd name="connsiteX2" fmla="*/ 82728 w 2585297"/>
                <a:gd name="connsiteY2" fmla="*/ 4943318 h 6916497"/>
                <a:gd name="connsiteX3" fmla="*/ 2585297 w 2585297"/>
                <a:gd name="connsiteY3" fmla="*/ 6916497 h 6916497"/>
                <a:gd name="connsiteX4" fmla="*/ 2561234 w 2585297"/>
                <a:gd name="connsiteY4" fmla="*/ 10370 h 6916497"/>
                <a:gd name="connsiteX0" fmla="*/ 2547392 w 2571455"/>
                <a:gd name="connsiteY0" fmla="*/ 8277 h 6914404"/>
                <a:gd name="connsiteX1" fmla="*/ 938168 w 2571455"/>
                <a:gd name="connsiteY1" fmla="*/ 2184990 h 6914404"/>
                <a:gd name="connsiteX2" fmla="*/ 68886 w 2571455"/>
                <a:gd name="connsiteY2" fmla="*/ 4941225 h 6914404"/>
                <a:gd name="connsiteX3" fmla="*/ 2571455 w 2571455"/>
                <a:gd name="connsiteY3" fmla="*/ 6914404 h 6914404"/>
                <a:gd name="connsiteX4" fmla="*/ 2547392 w 2571455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17149 w 2541212"/>
                <a:gd name="connsiteY0" fmla="*/ 8277 h 6914404"/>
                <a:gd name="connsiteX1" fmla="*/ 907925 w 2541212"/>
                <a:gd name="connsiteY1" fmla="*/ 2184990 h 6914404"/>
                <a:gd name="connsiteX2" fmla="*/ 38643 w 2541212"/>
                <a:gd name="connsiteY2" fmla="*/ 4941225 h 6914404"/>
                <a:gd name="connsiteX3" fmla="*/ 2541212 w 2541212"/>
                <a:gd name="connsiteY3" fmla="*/ 6914404 h 6914404"/>
                <a:gd name="connsiteX4" fmla="*/ 2517149 w 2541212"/>
                <a:gd name="connsiteY4" fmla="*/ 8277 h 6914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1212" h="6914404">
                  <a:moveTo>
                    <a:pt x="2517149" y="8277"/>
                  </a:moveTo>
                  <a:cubicBezTo>
                    <a:pt x="614154" y="-124071"/>
                    <a:pt x="1321009" y="1362832"/>
                    <a:pt x="907925" y="2184990"/>
                  </a:cubicBezTo>
                  <a:cubicBezTo>
                    <a:pt x="494841" y="3007148"/>
                    <a:pt x="-166896" y="3508464"/>
                    <a:pt x="38643" y="4941225"/>
                  </a:cubicBezTo>
                  <a:cubicBezTo>
                    <a:pt x="358482" y="6183486"/>
                    <a:pt x="1573672" y="6806120"/>
                    <a:pt x="2541212" y="6914404"/>
                  </a:cubicBezTo>
                  <a:lnTo>
                    <a:pt x="2517149" y="8277"/>
                  </a:lnTo>
                  <a:close/>
                </a:path>
              </a:pathLst>
            </a:custGeom>
            <a:gradFill>
              <a:gsLst>
                <a:gs pos="2000">
                  <a:schemeClr val="accent1"/>
                </a:gs>
                <a:gs pos="100000">
                  <a:schemeClr val="accent5"/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591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BE87788-8575-4C35-809D-0CFCAF18DE01}"/>
              </a:ext>
            </a:extLst>
          </p:cNvPr>
          <p:cNvSpPr/>
          <p:nvPr userDrawn="1"/>
        </p:nvSpPr>
        <p:spPr>
          <a:xfrm>
            <a:off x="855084" y="0"/>
            <a:ext cx="10481832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2000">
                <a:schemeClr val="accent1"/>
              </a:gs>
              <a:gs pos="100000">
                <a:schemeClr val="accent5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59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5D32442-9E58-47FF-8BBA-13CE7BF7306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55594" y="1381125"/>
            <a:ext cx="5413808" cy="4095750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4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A70A2C-BF2B-48B8-93B3-4EB6E7E97E76}"/>
              </a:ext>
            </a:extLst>
          </p:cNvPr>
          <p:cNvSpPr txBox="1"/>
          <p:nvPr userDrawn="1"/>
        </p:nvSpPr>
        <p:spPr>
          <a:xfrm rot="10800000" flipV="1">
            <a:off x="10316300" y="6203547"/>
            <a:ext cx="948850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1750" b="0" i="0" smtClean="0">
                <a:solidFill>
                  <a:schemeClr val="bg1"/>
                </a:solidFill>
                <a:latin typeface="Nexa Light" panose="02000000000000000000" pitchFamily="50" charset="0"/>
                <a:ea typeface="Roboto Condensed" panose="02000000000000000000" pitchFamily="2" charset="0"/>
                <a:cs typeface="Segoe UI" panose="020B0502040204020203" pitchFamily="34" charset="0"/>
              </a:rPr>
              <a:pPr algn="ctr"/>
              <a:t>‹Nº›</a:t>
            </a:fld>
            <a:endParaRPr lang="id-ID" sz="5500" b="0" i="0">
              <a:solidFill>
                <a:schemeClr val="bg1"/>
              </a:solidFill>
              <a:latin typeface="Nexa Light" panose="02000000000000000000" pitchFamily="50" charset="0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D7960B9-8BEC-D77A-746E-CBE2CB50EF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43180" y="141099"/>
            <a:ext cx="838641" cy="1098933"/>
          </a:xfrm>
          <a:prstGeom prst="rect">
            <a:avLst/>
          </a:prstGeom>
        </p:spPr>
      </p:pic>
      <p:grpSp>
        <p:nvGrpSpPr>
          <p:cNvPr id="5" name="Group 12">
            <a:extLst>
              <a:ext uri="{FF2B5EF4-FFF2-40B4-BE49-F238E27FC236}">
                <a16:creationId xmlns:a16="http://schemas.microsoft.com/office/drawing/2014/main" id="{661F904A-75E9-8B8C-8757-EB6F6A4CEAF9}"/>
              </a:ext>
            </a:extLst>
          </p:cNvPr>
          <p:cNvGrpSpPr/>
          <p:nvPr userDrawn="1"/>
        </p:nvGrpSpPr>
        <p:grpSpPr>
          <a:xfrm>
            <a:off x="1175437" y="6288170"/>
            <a:ext cx="2413289" cy="207749"/>
            <a:chOff x="1173828" y="9898598"/>
            <a:chExt cx="3855293" cy="332402"/>
          </a:xfrm>
        </p:grpSpPr>
        <p:sp>
          <p:nvSpPr>
            <p:cNvPr id="6" name="TextBox 13">
              <a:extLst>
                <a:ext uri="{FF2B5EF4-FFF2-40B4-BE49-F238E27FC236}">
                  <a16:creationId xmlns:a16="http://schemas.microsoft.com/office/drawing/2014/main" id="{312599E4-CF6D-897C-A0B7-EF785B53D690}"/>
                </a:ext>
              </a:extLst>
            </p:cNvPr>
            <p:cNvSpPr txBox="1"/>
            <p:nvPr/>
          </p:nvSpPr>
          <p:spPr>
            <a:xfrm>
              <a:off x="1173828" y="9898598"/>
              <a:ext cx="3855293" cy="3324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750" spc="188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SORIANA          2022</a:t>
              </a:r>
              <a:r>
                <a:rPr lang="en-US" sz="750" spc="188">
                  <a:solidFill>
                    <a:schemeClr val="bg1">
                      <a:alpha val="4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.ALL RIGHTS</a:t>
              </a:r>
              <a:endParaRPr lang="id-ID" sz="750" spc="188">
                <a:solidFill>
                  <a:schemeClr val="bg1">
                    <a:alpha val="4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" name="Rectangle 14">
              <a:extLst>
                <a:ext uri="{FF2B5EF4-FFF2-40B4-BE49-F238E27FC236}">
                  <a16:creationId xmlns:a16="http://schemas.microsoft.com/office/drawing/2014/main" id="{56D5DDCA-9262-F65F-8406-29E5C3149B57}"/>
                </a:ext>
              </a:extLst>
            </p:cNvPr>
            <p:cNvSpPr/>
            <p:nvPr userDrawn="1"/>
          </p:nvSpPr>
          <p:spPr>
            <a:xfrm>
              <a:off x="2624660" y="9977803"/>
              <a:ext cx="10800" cy="1493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4856224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3827525-FA50-AE9B-54E6-8BB70ED773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629" y="255853"/>
            <a:ext cx="742041" cy="9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3609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CC4BFDC-60BD-4097-B958-BA94D74507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55897" y="3817010"/>
            <a:ext cx="2702324" cy="1915298"/>
          </a:xfrm>
          <a:custGeom>
            <a:avLst/>
            <a:gdLst>
              <a:gd name="connsiteX0" fmla="*/ 110720 w 4317034"/>
              <a:gd name="connsiteY0" fmla="*/ 0 h 3064476"/>
              <a:gd name="connsiteX1" fmla="*/ 4206314 w 4317034"/>
              <a:gd name="connsiteY1" fmla="*/ 0 h 3064476"/>
              <a:gd name="connsiteX2" fmla="*/ 4317034 w 4317034"/>
              <a:gd name="connsiteY2" fmla="*/ 110720 h 3064476"/>
              <a:gd name="connsiteX3" fmla="*/ 4317034 w 4317034"/>
              <a:gd name="connsiteY3" fmla="*/ 2953756 h 3064476"/>
              <a:gd name="connsiteX4" fmla="*/ 4206314 w 4317034"/>
              <a:gd name="connsiteY4" fmla="*/ 3064476 h 3064476"/>
              <a:gd name="connsiteX5" fmla="*/ 110720 w 4317034"/>
              <a:gd name="connsiteY5" fmla="*/ 3064476 h 3064476"/>
              <a:gd name="connsiteX6" fmla="*/ 0 w 4317034"/>
              <a:gd name="connsiteY6" fmla="*/ 2953756 h 3064476"/>
              <a:gd name="connsiteX7" fmla="*/ 0 w 4317034"/>
              <a:gd name="connsiteY7" fmla="*/ 110720 h 3064476"/>
              <a:gd name="connsiteX8" fmla="*/ 110720 w 4317034"/>
              <a:gd name="connsiteY8" fmla="*/ 0 h 3064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17034" h="3064476">
                <a:moveTo>
                  <a:pt x="110720" y="0"/>
                </a:moveTo>
                <a:lnTo>
                  <a:pt x="4206314" y="0"/>
                </a:lnTo>
                <a:cubicBezTo>
                  <a:pt x="4267463" y="0"/>
                  <a:pt x="4317034" y="49571"/>
                  <a:pt x="4317034" y="110720"/>
                </a:cubicBezTo>
                <a:lnTo>
                  <a:pt x="4317034" y="2953756"/>
                </a:lnTo>
                <a:cubicBezTo>
                  <a:pt x="4317034" y="3014905"/>
                  <a:pt x="4267463" y="3064476"/>
                  <a:pt x="4206314" y="3064476"/>
                </a:cubicBezTo>
                <a:lnTo>
                  <a:pt x="110720" y="3064476"/>
                </a:lnTo>
                <a:cubicBezTo>
                  <a:pt x="49571" y="3064476"/>
                  <a:pt x="0" y="3014905"/>
                  <a:pt x="0" y="2953756"/>
                </a:cubicBezTo>
                <a:lnTo>
                  <a:pt x="0" y="110720"/>
                </a:lnTo>
                <a:cubicBezTo>
                  <a:pt x="0" y="49571"/>
                  <a:pt x="49571" y="0"/>
                  <a:pt x="11072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8100">
            <a:noFill/>
          </a:ln>
          <a:effectLst>
            <a:outerShdw blurRad="1270000" dist="1460500" dir="5400000" sx="90000" sy="9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4A0871F-C8C1-4F08-B99B-C0E6B90620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66752" y="3817010"/>
            <a:ext cx="2702324" cy="1915298"/>
          </a:xfrm>
          <a:custGeom>
            <a:avLst/>
            <a:gdLst>
              <a:gd name="connsiteX0" fmla="*/ 110720 w 4317034"/>
              <a:gd name="connsiteY0" fmla="*/ 0 h 3064476"/>
              <a:gd name="connsiteX1" fmla="*/ 4206314 w 4317034"/>
              <a:gd name="connsiteY1" fmla="*/ 0 h 3064476"/>
              <a:gd name="connsiteX2" fmla="*/ 4317034 w 4317034"/>
              <a:gd name="connsiteY2" fmla="*/ 110720 h 3064476"/>
              <a:gd name="connsiteX3" fmla="*/ 4317034 w 4317034"/>
              <a:gd name="connsiteY3" fmla="*/ 2953756 h 3064476"/>
              <a:gd name="connsiteX4" fmla="*/ 4206314 w 4317034"/>
              <a:gd name="connsiteY4" fmla="*/ 3064476 h 3064476"/>
              <a:gd name="connsiteX5" fmla="*/ 110720 w 4317034"/>
              <a:gd name="connsiteY5" fmla="*/ 3064476 h 3064476"/>
              <a:gd name="connsiteX6" fmla="*/ 0 w 4317034"/>
              <a:gd name="connsiteY6" fmla="*/ 2953756 h 3064476"/>
              <a:gd name="connsiteX7" fmla="*/ 0 w 4317034"/>
              <a:gd name="connsiteY7" fmla="*/ 110720 h 3064476"/>
              <a:gd name="connsiteX8" fmla="*/ 110720 w 4317034"/>
              <a:gd name="connsiteY8" fmla="*/ 0 h 3064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17034" h="3064476">
                <a:moveTo>
                  <a:pt x="110720" y="0"/>
                </a:moveTo>
                <a:lnTo>
                  <a:pt x="4206314" y="0"/>
                </a:lnTo>
                <a:cubicBezTo>
                  <a:pt x="4267463" y="0"/>
                  <a:pt x="4317034" y="49571"/>
                  <a:pt x="4317034" y="110720"/>
                </a:cubicBezTo>
                <a:lnTo>
                  <a:pt x="4317034" y="2953756"/>
                </a:lnTo>
                <a:cubicBezTo>
                  <a:pt x="4317034" y="3014905"/>
                  <a:pt x="4267463" y="3064476"/>
                  <a:pt x="4206314" y="3064476"/>
                </a:cubicBezTo>
                <a:lnTo>
                  <a:pt x="110720" y="3064476"/>
                </a:lnTo>
                <a:cubicBezTo>
                  <a:pt x="49571" y="3064476"/>
                  <a:pt x="0" y="3014905"/>
                  <a:pt x="0" y="2953756"/>
                </a:cubicBezTo>
                <a:lnTo>
                  <a:pt x="0" y="110720"/>
                </a:lnTo>
                <a:cubicBezTo>
                  <a:pt x="0" y="49571"/>
                  <a:pt x="49571" y="0"/>
                  <a:pt x="11072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8100">
            <a:noFill/>
          </a:ln>
          <a:effectLst>
            <a:outerShdw blurRad="1270000" dist="1460500" dir="5400000" sx="90000" sy="9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54F8D00-8075-EF8F-FBF1-9C2C9F54EC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629" y="255853"/>
            <a:ext cx="742041" cy="9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93814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884A89FC-951F-4537-9AA1-B9FE82CF795B}"/>
              </a:ext>
            </a:extLst>
          </p:cNvPr>
          <p:cNvSpPr/>
          <p:nvPr userDrawn="1"/>
        </p:nvSpPr>
        <p:spPr>
          <a:xfrm>
            <a:off x="855084" y="3784259"/>
            <a:ext cx="10481832" cy="3073743"/>
          </a:xfrm>
          <a:prstGeom prst="round2SameRect">
            <a:avLst>
              <a:gd name="adj1" fmla="val 4610"/>
              <a:gd name="adj2" fmla="val 0"/>
            </a:avLst>
          </a:prstGeom>
          <a:gradFill flip="none" rotWithShape="1">
            <a:gsLst>
              <a:gs pos="97000">
                <a:schemeClr val="accent1"/>
              </a:gs>
              <a:gs pos="0">
                <a:schemeClr val="accent5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59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D8487D7-C772-45E9-9CBA-F2C8D22446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67280" y="3073744"/>
            <a:ext cx="3739461" cy="3181865"/>
          </a:xfrm>
          <a:prstGeom prst="roundRect">
            <a:avLst>
              <a:gd name="adj" fmla="val 3552"/>
            </a:avLst>
          </a:prstGeom>
          <a:solidFill>
            <a:schemeClr val="bg1">
              <a:lumMod val="95000"/>
            </a:schemeClr>
          </a:solidFill>
          <a:ln w="38100">
            <a:noFill/>
          </a:ln>
          <a:effectLst>
            <a:outerShdw blurRad="1270000" dist="1460500" dir="5400000" sx="90000" sy="9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2762729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79C89225-20F7-4B67-BFAC-1AA5CA536274}"/>
              </a:ext>
            </a:extLst>
          </p:cNvPr>
          <p:cNvSpPr/>
          <p:nvPr userDrawn="1"/>
        </p:nvSpPr>
        <p:spPr>
          <a:xfrm flipV="1">
            <a:off x="855084" y="-1"/>
            <a:ext cx="10481832" cy="3774909"/>
          </a:xfrm>
          <a:prstGeom prst="round2SameRect">
            <a:avLst>
              <a:gd name="adj1" fmla="val 461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99000">
                <a:schemeClr val="accent5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591"/>
          </a:p>
        </p:txBody>
      </p:sp>
    </p:spTree>
    <p:extLst>
      <p:ext uri="{BB962C8B-B14F-4D97-AF65-F5344CB8AC3E}">
        <p14:creationId xmlns:p14="http://schemas.microsoft.com/office/powerpoint/2010/main" val="3264567123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BACF2CA-E67F-4DF1-802F-16B14D8F27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823333" y="1"/>
            <a:ext cx="5368667" cy="6858001"/>
          </a:xfrm>
          <a:custGeom>
            <a:avLst/>
            <a:gdLst>
              <a:gd name="connsiteX0" fmla="*/ 3760873 w 8576585"/>
              <a:gd name="connsiteY0" fmla="*/ 0 h 10972801"/>
              <a:gd name="connsiteX1" fmla="*/ 8576585 w 8576585"/>
              <a:gd name="connsiteY1" fmla="*/ 0 h 10972801"/>
              <a:gd name="connsiteX2" fmla="*/ 8576585 w 8576585"/>
              <a:gd name="connsiteY2" fmla="*/ 10972801 h 10972801"/>
              <a:gd name="connsiteX3" fmla="*/ 5753575 w 8576585"/>
              <a:gd name="connsiteY3" fmla="*/ 10972801 h 10972801"/>
              <a:gd name="connsiteX4" fmla="*/ 4027397 w 8576585"/>
              <a:gd name="connsiteY4" fmla="*/ 10972799 h 10972801"/>
              <a:gd name="connsiteX5" fmla="*/ 3760873 w 8576585"/>
              <a:gd name="connsiteY5" fmla="*/ 10972799 h 10972801"/>
              <a:gd name="connsiteX6" fmla="*/ 3494349 w 8576585"/>
              <a:gd name="connsiteY6" fmla="*/ 10972799 h 10972801"/>
              <a:gd name="connsiteX7" fmla="*/ 766853 w 8576585"/>
              <a:gd name="connsiteY7" fmla="*/ 10972799 h 10972801"/>
              <a:gd name="connsiteX8" fmla="*/ 730191 w 8576585"/>
              <a:gd name="connsiteY8" fmla="*/ 10951009 h 10972801"/>
              <a:gd name="connsiteX9" fmla="*/ 994739 w 8576585"/>
              <a:gd name="connsiteY9" fmla="*/ 10342959 h 10972801"/>
              <a:gd name="connsiteX10" fmla="*/ 1527603 w 8576585"/>
              <a:gd name="connsiteY10" fmla="*/ 10122945 h 10972801"/>
              <a:gd name="connsiteX11" fmla="*/ 1332993 w 8576585"/>
              <a:gd name="connsiteY11" fmla="*/ 9697115 h 10972801"/>
              <a:gd name="connsiteX12" fmla="*/ 118989 w 8576585"/>
              <a:gd name="connsiteY12" fmla="*/ 9391935 h 10972801"/>
              <a:gd name="connsiteX13" fmla="*/ 355303 w 8576585"/>
              <a:gd name="connsiteY13" fmla="*/ 8987393 h 10972801"/>
              <a:gd name="connsiteX14" fmla="*/ 1833421 w 8576585"/>
              <a:gd name="connsiteY14" fmla="*/ 8888033 h 10972801"/>
              <a:gd name="connsiteX15" fmla="*/ 1986331 w 8576585"/>
              <a:gd name="connsiteY15" fmla="*/ 8448007 h 10972801"/>
              <a:gd name="connsiteX16" fmla="*/ 739891 w 8576585"/>
              <a:gd name="connsiteY16" fmla="*/ 8167669 h 10972801"/>
              <a:gd name="connsiteX17" fmla="*/ 642585 w 8576585"/>
              <a:gd name="connsiteY17" fmla="*/ 7734740 h 10972801"/>
              <a:gd name="connsiteX18" fmla="*/ 1189351 w 8576585"/>
              <a:gd name="connsiteY18" fmla="*/ 7557309 h 10972801"/>
              <a:gd name="connsiteX19" fmla="*/ 1180083 w 8576585"/>
              <a:gd name="connsiteY19" fmla="*/ 6872429 h 10972801"/>
              <a:gd name="connsiteX20" fmla="*/ 415539 w 8576585"/>
              <a:gd name="connsiteY20" fmla="*/ 6822749 h 10972801"/>
              <a:gd name="connsiteX21" fmla="*/ 183859 w 8576585"/>
              <a:gd name="connsiteY21" fmla="*/ 6421758 h 10972801"/>
              <a:gd name="connsiteX22" fmla="*/ 2148507 w 8576585"/>
              <a:gd name="connsiteY22" fmla="*/ 6063348 h 10972801"/>
              <a:gd name="connsiteX23" fmla="*/ 2162407 w 8576585"/>
              <a:gd name="connsiteY23" fmla="*/ 5605579 h 10972801"/>
              <a:gd name="connsiteX24" fmla="*/ 790861 w 8576585"/>
              <a:gd name="connsiteY24" fmla="*/ 5424601 h 10972801"/>
              <a:gd name="connsiteX25" fmla="*/ 633319 w 8576585"/>
              <a:gd name="connsiteY25" fmla="*/ 4963283 h 10972801"/>
              <a:gd name="connsiteX26" fmla="*/ 1180083 w 8576585"/>
              <a:gd name="connsiteY26" fmla="*/ 4782304 h 10972801"/>
              <a:gd name="connsiteX27" fmla="*/ 1184717 w 8576585"/>
              <a:gd name="connsiteY27" fmla="*/ 4097426 h 10972801"/>
              <a:gd name="connsiteX28" fmla="*/ 582349 w 8576585"/>
              <a:gd name="connsiteY28" fmla="*/ 3930641 h 10972801"/>
              <a:gd name="connsiteX29" fmla="*/ 661121 w 8576585"/>
              <a:gd name="connsiteY29" fmla="*/ 3479969 h 10972801"/>
              <a:gd name="connsiteX30" fmla="*/ 1884391 w 8576585"/>
              <a:gd name="connsiteY30" fmla="*/ 3213823 h 10972801"/>
              <a:gd name="connsiteX31" fmla="*/ 1467367 w 8576585"/>
              <a:gd name="connsiteY31" fmla="*/ 2699277 h 10972801"/>
              <a:gd name="connsiteX32" fmla="*/ 387739 w 8576585"/>
              <a:gd name="connsiteY32" fmla="*/ 2670888 h 10972801"/>
              <a:gd name="connsiteX33" fmla="*/ 239463 w 8576585"/>
              <a:gd name="connsiteY33" fmla="*/ 2049883 h 10972801"/>
              <a:gd name="connsiteX34" fmla="*/ 874265 w 8576585"/>
              <a:gd name="connsiteY34" fmla="*/ 2007299 h 10972801"/>
              <a:gd name="connsiteX35" fmla="*/ 1462733 w 8576585"/>
              <a:gd name="connsiteY35" fmla="*/ 1897294 h 10972801"/>
              <a:gd name="connsiteX36" fmla="*/ 994739 w 8576585"/>
              <a:gd name="connsiteY36" fmla="*/ 1315322 h 10972801"/>
              <a:gd name="connsiteX37" fmla="*/ 633319 w 8576585"/>
              <a:gd name="connsiteY37" fmla="*/ 701414 h 10972801"/>
              <a:gd name="connsiteX38" fmla="*/ 1189351 w 8576585"/>
              <a:gd name="connsiteY38" fmla="*/ 616247 h 10972801"/>
              <a:gd name="connsiteX39" fmla="*/ 1754649 w 8576585"/>
              <a:gd name="connsiteY39" fmla="*/ 566568 h 10972801"/>
              <a:gd name="connsiteX40" fmla="*/ 1807293 w 8576585"/>
              <a:gd name="connsiteY40" fmla="*/ 8730 h 10972801"/>
              <a:gd name="connsiteX41" fmla="*/ 1790913 w 8576585"/>
              <a:gd name="connsiteY41" fmla="*/ 1 h 10972801"/>
              <a:gd name="connsiteX42" fmla="*/ 3494349 w 8576585"/>
              <a:gd name="connsiteY42" fmla="*/ 1 h 10972801"/>
              <a:gd name="connsiteX43" fmla="*/ 3760873 w 8576585"/>
              <a:gd name="connsiteY43" fmla="*/ 1 h 10972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8576585" h="10972801">
                <a:moveTo>
                  <a:pt x="3760873" y="0"/>
                </a:moveTo>
                <a:lnTo>
                  <a:pt x="8576585" y="0"/>
                </a:lnTo>
                <a:lnTo>
                  <a:pt x="8576585" y="10972801"/>
                </a:lnTo>
                <a:lnTo>
                  <a:pt x="5753575" y="10972801"/>
                </a:lnTo>
                <a:lnTo>
                  <a:pt x="4027397" y="10972799"/>
                </a:lnTo>
                <a:lnTo>
                  <a:pt x="3760873" y="10972799"/>
                </a:lnTo>
                <a:lnTo>
                  <a:pt x="3494349" y="10972799"/>
                </a:lnTo>
                <a:lnTo>
                  <a:pt x="766853" y="10972799"/>
                </a:lnTo>
                <a:lnTo>
                  <a:pt x="730191" y="10951009"/>
                </a:lnTo>
                <a:cubicBezTo>
                  <a:pt x="456517" y="10759419"/>
                  <a:pt x="544701" y="10389535"/>
                  <a:pt x="994739" y="10342959"/>
                </a:cubicBezTo>
                <a:cubicBezTo>
                  <a:pt x="1277389" y="10318117"/>
                  <a:pt x="1439565" y="10303923"/>
                  <a:pt x="1527603" y="10122945"/>
                </a:cubicBezTo>
                <a:cubicBezTo>
                  <a:pt x="1620275" y="9920675"/>
                  <a:pt x="1485901" y="9753891"/>
                  <a:pt x="1332993" y="9697115"/>
                </a:cubicBezTo>
                <a:cubicBezTo>
                  <a:pt x="888165" y="9523233"/>
                  <a:pt x="253363" y="9810669"/>
                  <a:pt x="118989" y="9391935"/>
                </a:cubicBezTo>
                <a:cubicBezTo>
                  <a:pt x="63385" y="9210955"/>
                  <a:pt x="207027" y="9044171"/>
                  <a:pt x="355303" y="8987393"/>
                </a:cubicBezTo>
                <a:cubicBezTo>
                  <a:pt x="675021" y="8873837"/>
                  <a:pt x="1560039" y="9051269"/>
                  <a:pt x="1833421" y="8888033"/>
                </a:cubicBezTo>
                <a:cubicBezTo>
                  <a:pt x="1972431" y="8806415"/>
                  <a:pt x="2097535" y="8636083"/>
                  <a:pt x="1986331" y="8448007"/>
                </a:cubicBezTo>
                <a:cubicBezTo>
                  <a:pt x="1773185" y="8093148"/>
                  <a:pt x="1073511" y="8384133"/>
                  <a:pt x="739891" y="8167669"/>
                </a:cubicBezTo>
                <a:cubicBezTo>
                  <a:pt x="596251" y="8075405"/>
                  <a:pt x="517479" y="7897975"/>
                  <a:pt x="642585" y="7734740"/>
                </a:cubicBezTo>
                <a:cubicBezTo>
                  <a:pt x="767693" y="7571504"/>
                  <a:pt x="906701" y="7596344"/>
                  <a:pt x="1189351" y="7557309"/>
                </a:cubicBezTo>
                <a:cubicBezTo>
                  <a:pt x="1750017" y="7486338"/>
                  <a:pt x="1634177" y="6918562"/>
                  <a:pt x="1180083" y="6872429"/>
                </a:cubicBezTo>
                <a:cubicBezTo>
                  <a:pt x="934501" y="6847589"/>
                  <a:pt x="633319" y="6911465"/>
                  <a:pt x="415539" y="6822749"/>
                </a:cubicBezTo>
                <a:cubicBezTo>
                  <a:pt x="271897" y="6765971"/>
                  <a:pt x="114355" y="6620479"/>
                  <a:pt x="183859" y="6421758"/>
                </a:cubicBezTo>
                <a:cubicBezTo>
                  <a:pt x="359935" y="5910759"/>
                  <a:pt x="1777817" y="6382723"/>
                  <a:pt x="2148507" y="6063348"/>
                </a:cubicBezTo>
                <a:cubicBezTo>
                  <a:pt x="2282881" y="5942696"/>
                  <a:pt x="2310681" y="5740426"/>
                  <a:pt x="2162407" y="5605579"/>
                </a:cubicBezTo>
                <a:cubicBezTo>
                  <a:pt x="1865857" y="5332338"/>
                  <a:pt x="1193985" y="5598483"/>
                  <a:pt x="790861" y="5424601"/>
                </a:cubicBezTo>
                <a:cubicBezTo>
                  <a:pt x="614785" y="5350080"/>
                  <a:pt x="508213" y="5162004"/>
                  <a:pt x="633319" y="4963283"/>
                </a:cubicBezTo>
                <a:cubicBezTo>
                  <a:pt x="725991" y="4814242"/>
                  <a:pt x="911335" y="4807144"/>
                  <a:pt x="1180083" y="4782304"/>
                </a:cubicBezTo>
                <a:cubicBezTo>
                  <a:pt x="1685145" y="4729075"/>
                  <a:pt x="1712949" y="4157752"/>
                  <a:pt x="1184717" y="4097426"/>
                </a:cubicBezTo>
                <a:cubicBezTo>
                  <a:pt x="878899" y="4061939"/>
                  <a:pt x="725991" y="4097426"/>
                  <a:pt x="582349" y="3930641"/>
                </a:cubicBezTo>
                <a:cubicBezTo>
                  <a:pt x="457241" y="3778051"/>
                  <a:pt x="494311" y="3589975"/>
                  <a:pt x="661121" y="3479969"/>
                </a:cubicBezTo>
                <a:cubicBezTo>
                  <a:pt x="985473" y="3263505"/>
                  <a:pt x="1689779" y="3565135"/>
                  <a:pt x="1884391" y="3213823"/>
                </a:cubicBezTo>
                <a:cubicBezTo>
                  <a:pt x="2083635" y="2937033"/>
                  <a:pt x="1791717" y="2717020"/>
                  <a:pt x="1467367" y="2699277"/>
                </a:cubicBezTo>
                <a:cubicBezTo>
                  <a:pt x="1226419" y="2685082"/>
                  <a:pt x="536013" y="2752506"/>
                  <a:pt x="387739" y="2670888"/>
                </a:cubicBezTo>
                <a:cubicBezTo>
                  <a:pt x="-75623" y="2653146"/>
                  <a:pt x="-121959" y="2191827"/>
                  <a:pt x="239463" y="2049883"/>
                </a:cubicBezTo>
                <a:cubicBezTo>
                  <a:pt x="387739" y="1989556"/>
                  <a:pt x="693555" y="2007299"/>
                  <a:pt x="874265" y="2007299"/>
                </a:cubicBezTo>
                <a:cubicBezTo>
                  <a:pt x="1263487" y="2007299"/>
                  <a:pt x="1193985" y="2017945"/>
                  <a:pt x="1462733" y="1897294"/>
                </a:cubicBezTo>
                <a:cubicBezTo>
                  <a:pt x="1661977" y="1535336"/>
                  <a:pt x="1518337" y="1340163"/>
                  <a:pt x="994739" y="1315322"/>
                </a:cubicBezTo>
                <a:cubicBezTo>
                  <a:pt x="466509" y="1294031"/>
                  <a:pt x="410905" y="985302"/>
                  <a:pt x="633319" y="701414"/>
                </a:cubicBezTo>
                <a:cubicBezTo>
                  <a:pt x="874265" y="612700"/>
                  <a:pt x="864999" y="612700"/>
                  <a:pt x="1189351" y="616247"/>
                </a:cubicBezTo>
                <a:cubicBezTo>
                  <a:pt x="1374695" y="616247"/>
                  <a:pt x="1597109" y="641088"/>
                  <a:pt x="1754649" y="566568"/>
                </a:cubicBezTo>
                <a:cubicBezTo>
                  <a:pt x="2026295" y="439261"/>
                  <a:pt x="2053155" y="159808"/>
                  <a:pt x="1807293" y="8730"/>
                </a:cubicBezTo>
                <a:lnTo>
                  <a:pt x="1790913" y="1"/>
                </a:lnTo>
                <a:lnTo>
                  <a:pt x="3494349" y="1"/>
                </a:lnTo>
                <a:lnTo>
                  <a:pt x="3760873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849747D-ED2C-4026-BA8A-5BEAC016C1F1}"/>
              </a:ext>
            </a:extLst>
          </p:cNvPr>
          <p:cNvSpPr>
            <a:spLocks noGrp="1"/>
          </p:cNvSpPr>
          <p:nvPr userDrawn="1">
            <p:ph type="pic" sz="quarter" idx="11"/>
          </p:nvPr>
        </p:nvSpPr>
        <p:spPr>
          <a:xfrm>
            <a:off x="5043111" y="1548582"/>
            <a:ext cx="5404589" cy="3760839"/>
          </a:xfrm>
          <a:custGeom>
            <a:avLst/>
            <a:gdLst>
              <a:gd name="connsiteX0" fmla="*/ 501484 w 8633973"/>
              <a:gd name="connsiteY0" fmla="*/ 0 h 6017342"/>
              <a:gd name="connsiteX1" fmla="*/ 8132488 w 8633973"/>
              <a:gd name="connsiteY1" fmla="*/ 0 h 6017342"/>
              <a:gd name="connsiteX2" fmla="*/ 8633973 w 8633973"/>
              <a:gd name="connsiteY2" fmla="*/ 501485 h 6017342"/>
              <a:gd name="connsiteX3" fmla="*/ 8633973 w 8633973"/>
              <a:gd name="connsiteY3" fmla="*/ 5515857 h 6017342"/>
              <a:gd name="connsiteX4" fmla="*/ 8132488 w 8633973"/>
              <a:gd name="connsiteY4" fmla="*/ 6017342 h 6017342"/>
              <a:gd name="connsiteX5" fmla="*/ 501484 w 8633973"/>
              <a:gd name="connsiteY5" fmla="*/ 6017342 h 6017342"/>
              <a:gd name="connsiteX6" fmla="*/ 0 w 8633973"/>
              <a:gd name="connsiteY6" fmla="*/ 5515857 h 6017342"/>
              <a:gd name="connsiteX7" fmla="*/ 0 w 8633973"/>
              <a:gd name="connsiteY7" fmla="*/ 501485 h 6017342"/>
              <a:gd name="connsiteX8" fmla="*/ 501484 w 8633973"/>
              <a:gd name="connsiteY8" fmla="*/ 0 h 6017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633973" h="6017342">
                <a:moveTo>
                  <a:pt x="501484" y="0"/>
                </a:moveTo>
                <a:lnTo>
                  <a:pt x="8132488" y="0"/>
                </a:lnTo>
                <a:cubicBezTo>
                  <a:pt x="8409451" y="0"/>
                  <a:pt x="8633973" y="224522"/>
                  <a:pt x="8633973" y="501485"/>
                </a:cubicBezTo>
                <a:lnTo>
                  <a:pt x="8633973" y="5515857"/>
                </a:lnTo>
                <a:cubicBezTo>
                  <a:pt x="8633973" y="5792820"/>
                  <a:pt x="8409451" y="6017342"/>
                  <a:pt x="8132488" y="6017342"/>
                </a:cubicBezTo>
                <a:lnTo>
                  <a:pt x="501484" y="6017342"/>
                </a:lnTo>
                <a:cubicBezTo>
                  <a:pt x="224521" y="6017342"/>
                  <a:pt x="0" y="5792820"/>
                  <a:pt x="0" y="5515857"/>
                </a:cubicBezTo>
                <a:lnTo>
                  <a:pt x="0" y="501485"/>
                </a:lnTo>
                <a:cubicBezTo>
                  <a:pt x="0" y="224522"/>
                  <a:pt x="224521" y="0"/>
                  <a:pt x="50148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2362200" dir="2700000" sx="90000" sy="90000" algn="tl" rotWithShape="0">
              <a:schemeClr val="tx1">
                <a:lumMod val="95000"/>
                <a:lumOff val="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DA44988-D96C-0104-43F5-62B98F0258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629" y="255853"/>
            <a:ext cx="742041" cy="9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103803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2CA86175-65F3-4120-988A-5B321D651E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79088" y="1370935"/>
            <a:ext cx="2441293" cy="4116130"/>
          </a:xfrm>
          <a:prstGeom prst="round2SameRect">
            <a:avLst>
              <a:gd name="adj1" fmla="val 1036"/>
              <a:gd name="adj2" fmla="val 0"/>
            </a:avLst>
          </a:prstGeom>
          <a:solidFill>
            <a:schemeClr val="bg1">
              <a:lumMod val="95000"/>
            </a:schemeClr>
          </a:solidFill>
          <a:ln w="38100">
            <a:noFill/>
          </a:ln>
          <a:effectLst>
            <a:outerShdw blurRad="1270000" dist="1460500" dir="5400000" sx="90000" sy="9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2E90B60-55C5-4104-B062-CFD99C7B72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63667" y="1370935"/>
            <a:ext cx="2441293" cy="4116130"/>
          </a:xfrm>
          <a:prstGeom prst="round2SameRect">
            <a:avLst>
              <a:gd name="adj1" fmla="val 1036"/>
              <a:gd name="adj2" fmla="val 0"/>
            </a:avLst>
          </a:prstGeom>
          <a:solidFill>
            <a:schemeClr val="bg1">
              <a:lumMod val="95000"/>
            </a:schemeClr>
          </a:solidFill>
          <a:ln w="38100">
            <a:noFill/>
          </a:ln>
          <a:effectLst>
            <a:outerShdw blurRad="1270000" dist="1460500" dir="5400000" sx="90000" sy="9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36D13A9-F3A4-017C-BD5D-88AF51A1F8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629" y="255853"/>
            <a:ext cx="742041" cy="9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990603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B638ED0-CFFC-47D4-BAB0-96D518397208}"/>
              </a:ext>
            </a:extLst>
          </p:cNvPr>
          <p:cNvSpPr/>
          <p:nvPr/>
        </p:nvSpPr>
        <p:spPr>
          <a:xfrm rot="5400000" flipH="1">
            <a:off x="-1299101" y="1311200"/>
            <a:ext cx="6858000" cy="4235602"/>
          </a:xfrm>
          <a:custGeom>
            <a:avLst/>
            <a:gdLst>
              <a:gd name="connsiteX0" fmla="*/ 0 w 19477038"/>
              <a:gd name="connsiteY0" fmla="*/ 0 h 8229600"/>
              <a:gd name="connsiteX1" fmla="*/ 19477038 w 19477038"/>
              <a:gd name="connsiteY1" fmla="*/ 0 h 8229600"/>
              <a:gd name="connsiteX2" fmla="*/ 19477038 w 19477038"/>
              <a:gd name="connsiteY2" fmla="*/ 8229600 h 8229600"/>
              <a:gd name="connsiteX3" fmla="*/ 0 w 19477038"/>
              <a:gd name="connsiteY3" fmla="*/ 8229600 h 8229600"/>
              <a:gd name="connsiteX4" fmla="*/ 0 w 19477038"/>
              <a:gd name="connsiteY4" fmla="*/ 0 h 8229600"/>
              <a:gd name="connsiteX0" fmla="*/ 0 w 19477038"/>
              <a:gd name="connsiteY0" fmla="*/ 550606 h 8780206"/>
              <a:gd name="connsiteX1" fmla="*/ 19477038 w 19477038"/>
              <a:gd name="connsiteY1" fmla="*/ 550606 h 8780206"/>
              <a:gd name="connsiteX2" fmla="*/ 19477038 w 19477038"/>
              <a:gd name="connsiteY2" fmla="*/ 8780206 h 8780206"/>
              <a:gd name="connsiteX3" fmla="*/ 0 w 19477038"/>
              <a:gd name="connsiteY3" fmla="*/ 8780206 h 8780206"/>
              <a:gd name="connsiteX4" fmla="*/ 0 w 19477038"/>
              <a:gd name="connsiteY4" fmla="*/ 550606 h 8780206"/>
              <a:gd name="connsiteX0" fmla="*/ 0 w 19477038"/>
              <a:gd name="connsiteY0" fmla="*/ 284740 h 8514340"/>
              <a:gd name="connsiteX1" fmla="*/ 19477038 w 19477038"/>
              <a:gd name="connsiteY1" fmla="*/ 284740 h 8514340"/>
              <a:gd name="connsiteX2" fmla="*/ 19477038 w 19477038"/>
              <a:gd name="connsiteY2" fmla="*/ 8514340 h 8514340"/>
              <a:gd name="connsiteX3" fmla="*/ 0 w 19477038"/>
              <a:gd name="connsiteY3" fmla="*/ 8514340 h 8514340"/>
              <a:gd name="connsiteX4" fmla="*/ 0 w 19477038"/>
              <a:gd name="connsiteY4" fmla="*/ 284740 h 8514340"/>
              <a:gd name="connsiteX0" fmla="*/ 0 w 19477038"/>
              <a:gd name="connsiteY0" fmla="*/ 422999 h 8652599"/>
              <a:gd name="connsiteX1" fmla="*/ 19477038 w 19477038"/>
              <a:gd name="connsiteY1" fmla="*/ 422999 h 8652599"/>
              <a:gd name="connsiteX2" fmla="*/ 19477038 w 19477038"/>
              <a:gd name="connsiteY2" fmla="*/ 8652599 h 8652599"/>
              <a:gd name="connsiteX3" fmla="*/ 0 w 19477038"/>
              <a:gd name="connsiteY3" fmla="*/ 8652599 h 8652599"/>
              <a:gd name="connsiteX4" fmla="*/ 0 w 19477038"/>
              <a:gd name="connsiteY4" fmla="*/ 422999 h 8652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77038" h="8652599">
                <a:moveTo>
                  <a:pt x="0" y="422999"/>
                </a:moveTo>
                <a:cubicBezTo>
                  <a:pt x="7406746" y="-1199323"/>
                  <a:pt x="12276770" y="2517270"/>
                  <a:pt x="19477038" y="422999"/>
                </a:cubicBezTo>
                <a:lnTo>
                  <a:pt x="19477038" y="8652599"/>
                </a:lnTo>
                <a:lnTo>
                  <a:pt x="0" y="8652599"/>
                </a:lnTo>
                <a:lnTo>
                  <a:pt x="0" y="422999"/>
                </a:lnTo>
                <a:close/>
              </a:path>
            </a:pathLst>
          </a:custGeom>
          <a:solidFill>
            <a:schemeClr val="accent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591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B29272B-FB29-436F-9298-ED14E42C75F9}"/>
              </a:ext>
            </a:extLst>
          </p:cNvPr>
          <p:cNvSpPr/>
          <p:nvPr/>
        </p:nvSpPr>
        <p:spPr>
          <a:xfrm rot="5400000">
            <a:off x="-1338632" y="1311201"/>
            <a:ext cx="6858000" cy="4235602"/>
          </a:xfrm>
          <a:custGeom>
            <a:avLst/>
            <a:gdLst>
              <a:gd name="connsiteX0" fmla="*/ 0 w 19477038"/>
              <a:gd name="connsiteY0" fmla="*/ 0 h 8229600"/>
              <a:gd name="connsiteX1" fmla="*/ 19477038 w 19477038"/>
              <a:gd name="connsiteY1" fmla="*/ 0 h 8229600"/>
              <a:gd name="connsiteX2" fmla="*/ 19477038 w 19477038"/>
              <a:gd name="connsiteY2" fmla="*/ 8229600 h 8229600"/>
              <a:gd name="connsiteX3" fmla="*/ 0 w 19477038"/>
              <a:gd name="connsiteY3" fmla="*/ 8229600 h 8229600"/>
              <a:gd name="connsiteX4" fmla="*/ 0 w 19477038"/>
              <a:gd name="connsiteY4" fmla="*/ 0 h 8229600"/>
              <a:gd name="connsiteX0" fmla="*/ 0 w 19477038"/>
              <a:gd name="connsiteY0" fmla="*/ 550606 h 8780206"/>
              <a:gd name="connsiteX1" fmla="*/ 19477038 w 19477038"/>
              <a:gd name="connsiteY1" fmla="*/ 550606 h 8780206"/>
              <a:gd name="connsiteX2" fmla="*/ 19477038 w 19477038"/>
              <a:gd name="connsiteY2" fmla="*/ 8780206 h 8780206"/>
              <a:gd name="connsiteX3" fmla="*/ 0 w 19477038"/>
              <a:gd name="connsiteY3" fmla="*/ 8780206 h 8780206"/>
              <a:gd name="connsiteX4" fmla="*/ 0 w 19477038"/>
              <a:gd name="connsiteY4" fmla="*/ 550606 h 8780206"/>
              <a:gd name="connsiteX0" fmla="*/ 0 w 19477038"/>
              <a:gd name="connsiteY0" fmla="*/ 284740 h 8514340"/>
              <a:gd name="connsiteX1" fmla="*/ 19477038 w 19477038"/>
              <a:gd name="connsiteY1" fmla="*/ 284740 h 8514340"/>
              <a:gd name="connsiteX2" fmla="*/ 19477038 w 19477038"/>
              <a:gd name="connsiteY2" fmla="*/ 8514340 h 8514340"/>
              <a:gd name="connsiteX3" fmla="*/ 0 w 19477038"/>
              <a:gd name="connsiteY3" fmla="*/ 8514340 h 8514340"/>
              <a:gd name="connsiteX4" fmla="*/ 0 w 19477038"/>
              <a:gd name="connsiteY4" fmla="*/ 284740 h 8514340"/>
              <a:gd name="connsiteX0" fmla="*/ 0 w 19477038"/>
              <a:gd name="connsiteY0" fmla="*/ 422999 h 8652599"/>
              <a:gd name="connsiteX1" fmla="*/ 19477038 w 19477038"/>
              <a:gd name="connsiteY1" fmla="*/ 422999 h 8652599"/>
              <a:gd name="connsiteX2" fmla="*/ 19477038 w 19477038"/>
              <a:gd name="connsiteY2" fmla="*/ 8652599 h 8652599"/>
              <a:gd name="connsiteX3" fmla="*/ 0 w 19477038"/>
              <a:gd name="connsiteY3" fmla="*/ 8652599 h 8652599"/>
              <a:gd name="connsiteX4" fmla="*/ 0 w 19477038"/>
              <a:gd name="connsiteY4" fmla="*/ 422999 h 8652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77038" h="8652599">
                <a:moveTo>
                  <a:pt x="0" y="422999"/>
                </a:moveTo>
                <a:cubicBezTo>
                  <a:pt x="7406746" y="-1199323"/>
                  <a:pt x="12276770" y="2517270"/>
                  <a:pt x="19477038" y="422999"/>
                </a:cubicBezTo>
                <a:lnTo>
                  <a:pt x="19477038" y="8652599"/>
                </a:lnTo>
                <a:lnTo>
                  <a:pt x="0" y="8652599"/>
                </a:lnTo>
                <a:lnTo>
                  <a:pt x="0" y="422999"/>
                </a:lnTo>
                <a:close/>
              </a:path>
            </a:pathLst>
          </a:custGeom>
          <a:gradFill flip="none" rotWithShape="1">
            <a:gsLst>
              <a:gs pos="2000">
                <a:srgbClr val="ED1C23"/>
              </a:gs>
              <a:gs pos="100000">
                <a:schemeClr val="accent5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591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673CF85-63C4-4460-B576-B4FE7421D458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1268530" y="1065770"/>
            <a:ext cx="4039780" cy="4726460"/>
          </a:xfrm>
          <a:prstGeom prst="roundRect">
            <a:avLst>
              <a:gd name="adj" fmla="val 2061"/>
            </a:avLst>
          </a:prstGeom>
          <a:solidFill>
            <a:schemeClr val="bg1">
              <a:lumMod val="95000"/>
            </a:schemeClr>
          </a:solidFill>
          <a:ln w="38100">
            <a:noFill/>
          </a:ln>
          <a:effectLst>
            <a:outerShdw blurRad="1270000" dist="1460500" dir="5400000" sx="90000" sy="9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56C414-329F-4C36-B645-E55190E79AD8}"/>
              </a:ext>
            </a:extLst>
          </p:cNvPr>
          <p:cNvSpPr txBox="1"/>
          <p:nvPr userDrawn="1"/>
        </p:nvSpPr>
        <p:spPr>
          <a:xfrm rot="16200000" flipH="1">
            <a:off x="-1540986" y="3172726"/>
            <a:ext cx="3754346" cy="22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875" strike="noStrike" spc="375" err="1">
                <a:solidFill>
                  <a:schemeClr val="bg1">
                    <a:alpha val="45000"/>
                  </a:schemeClr>
                </a:solidFill>
                <a:latin typeface="Nexa Light" panose="02000000000000000000" pitchFamily="50" charset="0"/>
                <a:ea typeface="Roboto Condensed" panose="02000000000000000000" pitchFamily="2" charset="0"/>
                <a:cs typeface="Segoe UI" panose="020B0502040204020203" pitchFamily="34" charset="0"/>
              </a:rPr>
              <a:t>Enlace_digital@soriana.com</a:t>
            </a:r>
            <a:endParaRPr lang="id-ID" sz="875" strike="noStrike" spc="375">
              <a:solidFill>
                <a:schemeClr val="bg1">
                  <a:alpha val="45000"/>
                </a:schemeClr>
              </a:solidFill>
              <a:latin typeface="Nexa Light" panose="02000000000000000000" pitchFamily="50" charset="0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D873C3D-BCBF-449D-9440-158CA473BDAC}"/>
              </a:ext>
            </a:extLst>
          </p:cNvPr>
          <p:cNvSpPr/>
          <p:nvPr userDrawn="1"/>
        </p:nvSpPr>
        <p:spPr>
          <a:xfrm>
            <a:off x="3" y="5766314"/>
            <a:ext cx="1131447" cy="1091686"/>
          </a:xfrm>
          <a:custGeom>
            <a:avLst/>
            <a:gdLst>
              <a:gd name="connsiteX0" fmla="*/ 0 w 3816138"/>
              <a:gd name="connsiteY0" fmla="*/ 0 h 3981450"/>
              <a:gd name="connsiteX1" fmla="*/ 3238500 w 3816138"/>
              <a:gd name="connsiteY1" fmla="*/ 1809750 h 3981450"/>
              <a:gd name="connsiteX2" fmla="*/ 3657600 w 3816138"/>
              <a:gd name="connsiteY2" fmla="*/ 3981450 h 3981450"/>
              <a:gd name="connsiteX3" fmla="*/ 38100 w 3816138"/>
              <a:gd name="connsiteY3" fmla="*/ 3962400 h 3981450"/>
              <a:gd name="connsiteX4" fmla="*/ 0 w 3816138"/>
              <a:gd name="connsiteY4" fmla="*/ 0 h 3981450"/>
              <a:gd name="connsiteX0" fmla="*/ 0 w 3816138"/>
              <a:gd name="connsiteY0" fmla="*/ 0 h 3981450"/>
              <a:gd name="connsiteX1" fmla="*/ 3238500 w 3816138"/>
              <a:gd name="connsiteY1" fmla="*/ 1809750 h 3981450"/>
              <a:gd name="connsiteX2" fmla="*/ 3657600 w 3816138"/>
              <a:gd name="connsiteY2" fmla="*/ 3981450 h 3981450"/>
              <a:gd name="connsiteX3" fmla="*/ 38100 w 3816138"/>
              <a:gd name="connsiteY3" fmla="*/ 3962400 h 3981450"/>
              <a:gd name="connsiteX4" fmla="*/ 0 w 3816138"/>
              <a:gd name="connsiteY4" fmla="*/ 0 h 3981450"/>
              <a:gd name="connsiteX0" fmla="*/ 0 w 3876554"/>
              <a:gd name="connsiteY0" fmla="*/ 0 h 3981450"/>
              <a:gd name="connsiteX1" fmla="*/ 3409950 w 3876554"/>
              <a:gd name="connsiteY1" fmla="*/ 2076450 h 3981450"/>
              <a:gd name="connsiteX2" fmla="*/ 3657600 w 3876554"/>
              <a:gd name="connsiteY2" fmla="*/ 3981450 h 3981450"/>
              <a:gd name="connsiteX3" fmla="*/ 38100 w 3876554"/>
              <a:gd name="connsiteY3" fmla="*/ 3962400 h 3981450"/>
              <a:gd name="connsiteX4" fmla="*/ 0 w 3876554"/>
              <a:gd name="connsiteY4" fmla="*/ 0 h 3981450"/>
              <a:gd name="connsiteX0" fmla="*/ 0 w 3916378"/>
              <a:gd name="connsiteY0" fmla="*/ 0 h 3981450"/>
              <a:gd name="connsiteX1" fmla="*/ 3409950 w 3916378"/>
              <a:gd name="connsiteY1" fmla="*/ 2076450 h 3981450"/>
              <a:gd name="connsiteX2" fmla="*/ 3657600 w 3916378"/>
              <a:gd name="connsiteY2" fmla="*/ 3981450 h 3981450"/>
              <a:gd name="connsiteX3" fmla="*/ 38100 w 3916378"/>
              <a:gd name="connsiteY3" fmla="*/ 3962400 h 3981450"/>
              <a:gd name="connsiteX4" fmla="*/ 0 w 3916378"/>
              <a:gd name="connsiteY4" fmla="*/ 0 h 3981450"/>
              <a:gd name="connsiteX0" fmla="*/ 0 w 3873335"/>
              <a:gd name="connsiteY0" fmla="*/ 0 h 3981450"/>
              <a:gd name="connsiteX1" fmla="*/ 3409950 w 3873335"/>
              <a:gd name="connsiteY1" fmla="*/ 2076450 h 3981450"/>
              <a:gd name="connsiteX2" fmla="*/ 3657600 w 3873335"/>
              <a:gd name="connsiteY2" fmla="*/ 3981450 h 3981450"/>
              <a:gd name="connsiteX3" fmla="*/ 38100 w 3873335"/>
              <a:gd name="connsiteY3" fmla="*/ 3962400 h 3981450"/>
              <a:gd name="connsiteX4" fmla="*/ 0 w 3873335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38100 w 3786126"/>
              <a:gd name="connsiteY3" fmla="*/ 396240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4032226"/>
              <a:gd name="connsiteY0" fmla="*/ 0 h 4003693"/>
              <a:gd name="connsiteX1" fmla="*/ 3409950 w 4032226"/>
              <a:gd name="connsiteY1" fmla="*/ 2076450 h 4003693"/>
              <a:gd name="connsiteX2" fmla="*/ 3943350 w 4032226"/>
              <a:gd name="connsiteY2" fmla="*/ 4003693 h 4003693"/>
              <a:gd name="connsiteX3" fmla="*/ 0 w 4032226"/>
              <a:gd name="connsiteY3" fmla="*/ 3981450 h 4003693"/>
              <a:gd name="connsiteX4" fmla="*/ 0 w 4032226"/>
              <a:gd name="connsiteY4" fmla="*/ 0 h 4003693"/>
              <a:gd name="connsiteX0" fmla="*/ 0 w 3948509"/>
              <a:gd name="connsiteY0" fmla="*/ 0 h 4003693"/>
              <a:gd name="connsiteX1" fmla="*/ 3409950 w 3948509"/>
              <a:gd name="connsiteY1" fmla="*/ 2076450 h 4003693"/>
              <a:gd name="connsiteX2" fmla="*/ 3943350 w 3948509"/>
              <a:gd name="connsiteY2" fmla="*/ 4003693 h 4003693"/>
              <a:gd name="connsiteX3" fmla="*/ 0 w 3948509"/>
              <a:gd name="connsiteY3" fmla="*/ 3981450 h 4003693"/>
              <a:gd name="connsiteX4" fmla="*/ 0 w 3948509"/>
              <a:gd name="connsiteY4" fmla="*/ 0 h 4003693"/>
              <a:gd name="connsiteX0" fmla="*/ 0 w 3943350"/>
              <a:gd name="connsiteY0" fmla="*/ 0 h 4003693"/>
              <a:gd name="connsiteX1" fmla="*/ 3333750 w 3943350"/>
              <a:gd name="connsiteY1" fmla="*/ 1942994 h 4003693"/>
              <a:gd name="connsiteX2" fmla="*/ 3943350 w 3943350"/>
              <a:gd name="connsiteY2" fmla="*/ 4003693 h 4003693"/>
              <a:gd name="connsiteX3" fmla="*/ 0 w 3943350"/>
              <a:gd name="connsiteY3" fmla="*/ 3981450 h 4003693"/>
              <a:gd name="connsiteX4" fmla="*/ 0 w 3943350"/>
              <a:gd name="connsiteY4" fmla="*/ 0 h 4003693"/>
              <a:gd name="connsiteX0" fmla="*/ 0 w 4152900"/>
              <a:gd name="connsiteY0" fmla="*/ 0 h 3981450"/>
              <a:gd name="connsiteX1" fmla="*/ 3333750 w 4152900"/>
              <a:gd name="connsiteY1" fmla="*/ 1942994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333750 w 4152900"/>
              <a:gd name="connsiteY1" fmla="*/ 1942994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200400 w 4152900"/>
              <a:gd name="connsiteY1" fmla="*/ 1720566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200400 w 4152900"/>
              <a:gd name="connsiteY1" fmla="*/ 1720566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2900" h="3981450">
                <a:moveTo>
                  <a:pt x="0" y="0"/>
                </a:moveTo>
                <a:cubicBezTo>
                  <a:pt x="762000" y="1189072"/>
                  <a:pt x="2584450" y="1190447"/>
                  <a:pt x="3200400" y="1720566"/>
                </a:cubicBezTo>
                <a:cubicBezTo>
                  <a:pt x="3816350" y="2250685"/>
                  <a:pt x="3971925" y="2641175"/>
                  <a:pt x="4152900" y="3981450"/>
                </a:cubicBezTo>
                <a:lnTo>
                  <a:pt x="0" y="39814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4000"/>
                </a:schemeClr>
              </a:gs>
              <a:gs pos="0">
                <a:srgbClr val="181B2C">
                  <a:alpha val="3000"/>
                </a:srgbClr>
              </a:gs>
              <a:gs pos="55000">
                <a:schemeClr val="accent5">
                  <a:alpha val="33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591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6EB7A74-782D-43D5-BB57-22D5D1A0BC2B}"/>
              </a:ext>
            </a:extLst>
          </p:cNvPr>
          <p:cNvSpPr/>
          <p:nvPr userDrawn="1"/>
        </p:nvSpPr>
        <p:spPr>
          <a:xfrm>
            <a:off x="809" y="5439262"/>
            <a:ext cx="335380" cy="710423"/>
          </a:xfrm>
          <a:custGeom>
            <a:avLst/>
            <a:gdLst>
              <a:gd name="connsiteX0" fmla="*/ 0 w 1189942"/>
              <a:gd name="connsiteY0" fmla="*/ 0 h 2524513"/>
              <a:gd name="connsiteX1" fmla="*/ 175601 w 1189942"/>
              <a:gd name="connsiteY1" fmla="*/ 17702 h 2524513"/>
              <a:gd name="connsiteX2" fmla="*/ 1189942 w 1189942"/>
              <a:gd name="connsiteY2" fmla="*/ 1262256 h 2524513"/>
              <a:gd name="connsiteX3" fmla="*/ 175601 w 1189942"/>
              <a:gd name="connsiteY3" fmla="*/ 2506811 h 2524513"/>
              <a:gd name="connsiteX4" fmla="*/ 0 w 1189942"/>
              <a:gd name="connsiteY4" fmla="*/ 2524513 h 2524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9942" h="2524513">
                <a:moveTo>
                  <a:pt x="0" y="0"/>
                </a:moveTo>
                <a:lnTo>
                  <a:pt x="175601" y="17702"/>
                </a:lnTo>
                <a:cubicBezTo>
                  <a:pt x="754484" y="136158"/>
                  <a:pt x="1189942" y="648354"/>
                  <a:pt x="1189942" y="1262256"/>
                </a:cubicBezTo>
                <a:cubicBezTo>
                  <a:pt x="1189942" y="1876159"/>
                  <a:pt x="754484" y="2388354"/>
                  <a:pt x="175601" y="2506811"/>
                </a:cubicBezTo>
                <a:lnTo>
                  <a:pt x="0" y="2524513"/>
                </a:lnTo>
                <a:close/>
              </a:path>
            </a:pathLst>
          </a:custGeom>
          <a:gradFill>
            <a:gsLst>
              <a:gs pos="1000">
                <a:srgbClr val="ED1C23"/>
              </a:gs>
              <a:gs pos="100000">
                <a:schemeClr val="accent5"/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>
            <a:outerShdw blurRad="1270000" dist="6223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591"/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0AF9AC8B-6BF6-D0CF-9C27-56A70F7CF5BC}"/>
              </a:ext>
            </a:extLst>
          </p:cNvPr>
          <p:cNvGrpSpPr/>
          <p:nvPr userDrawn="1"/>
        </p:nvGrpSpPr>
        <p:grpSpPr>
          <a:xfrm>
            <a:off x="1175437" y="6288170"/>
            <a:ext cx="2413289" cy="207749"/>
            <a:chOff x="1173828" y="9898598"/>
            <a:chExt cx="3855293" cy="332402"/>
          </a:xfrm>
        </p:grpSpPr>
        <p:sp>
          <p:nvSpPr>
            <p:cNvPr id="6" name="TextBox 13">
              <a:extLst>
                <a:ext uri="{FF2B5EF4-FFF2-40B4-BE49-F238E27FC236}">
                  <a16:creationId xmlns:a16="http://schemas.microsoft.com/office/drawing/2014/main" id="{799E64DF-7127-5409-C558-4C18B481BDD8}"/>
                </a:ext>
              </a:extLst>
            </p:cNvPr>
            <p:cNvSpPr txBox="1"/>
            <p:nvPr/>
          </p:nvSpPr>
          <p:spPr>
            <a:xfrm>
              <a:off x="1173828" y="9898598"/>
              <a:ext cx="3855293" cy="3324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750" spc="188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SORIANA          2022</a:t>
              </a:r>
              <a:r>
                <a:rPr lang="en-US" sz="750" spc="188">
                  <a:solidFill>
                    <a:schemeClr val="bg1">
                      <a:alpha val="4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.ALL RIGHTS</a:t>
              </a:r>
              <a:endParaRPr lang="id-ID" sz="750" spc="188">
                <a:solidFill>
                  <a:schemeClr val="bg1">
                    <a:alpha val="4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2" name="Rectangle 14">
              <a:extLst>
                <a:ext uri="{FF2B5EF4-FFF2-40B4-BE49-F238E27FC236}">
                  <a16:creationId xmlns:a16="http://schemas.microsoft.com/office/drawing/2014/main" id="{7F61456A-DE5C-AF3D-552B-745FBE6067AB}"/>
                </a:ext>
              </a:extLst>
            </p:cNvPr>
            <p:cNvSpPr/>
            <p:nvPr userDrawn="1"/>
          </p:nvSpPr>
          <p:spPr>
            <a:xfrm>
              <a:off x="2624660" y="9977803"/>
              <a:ext cx="10800" cy="1493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8593862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B638ED0-CFFC-47D4-BAB0-96D518397208}"/>
              </a:ext>
            </a:extLst>
          </p:cNvPr>
          <p:cNvSpPr/>
          <p:nvPr/>
        </p:nvSpPr>
        <p:spPr>
          <a:xfrm rot="5400000" flipH="1">
            <a:off x="-1299101" y="1311200"/>
            <a:ext cx="6858000" cy="4235602"/>
          </a:xfrm>
          <a:custGeom>
            <a:avLst/>
            <a:gdLst>
              <a:gd name="connsiteX0" fmla="*/ 0 w 19477038"/>
              <a:gd name="connsiteY0" fmla="*/ 0 h 8229600"/>
              <a:gd name="connsiteX1" fmla="*/ 19477038 w 19477038"/>
              <a:gd name="connsiteY1" fmla="*/ 0 h 8229600"/>
              <a:gd name="connsiteX2" fmla="*/ 19477038 w 19477038"/>
              <a:gd name="connsiteY2" fmla="*/ 8229600 h 8229600"/>
              <a:gd name="connsiteX3" fmla="*/ 0 w 19477038"/>
              <a:gd name="connsiteY3" fmla="*/ 8229600 h 8229600"/>
              <a:gd name="connsiteX4" fmla="*/ 0 w 19477038"/>
              <a:gd name="connsiteY4" fmla="*/ 0 h 8229600"/>
              <a:gd name="connsiteX0" fmla="*/ 0 w 19477038"/>
              <a:gd name="connsiteY0" fmla="*/ 550606 h 8780206"/>
              <a:gd name="connsiteX1" fmla="*/ 19477038 w 19477038"/>
              <a:gd name="connsiteY1" fmla="*/ 550606 h 8780206"/>
              <a:gd name="connsiteX2" fmla="*/ 19477038 w 19477038"/>
              <a:gd name="connsiteY2" fmla="*/ 8780206 h 8780206"/>
              <a:gd name="connsiteX3" fmla="*/ 0 w 19477038"/>
              <a:gd name="connsiteY3" fmla="*/ 8780206 h 8780206"/>
              <a:gd name="connsiteX4" fmla="*/ 0 w 19477038"/>
              <a:gd name="connsiteY4" fmla="*/ 550606 h 8780206"/>
              <a:gd name="connsiteX0" fmla="*/ 0 w 19477038"/>
              <a:gd name="connsiteY0" fmla="*/ 284740 h 8514340"/>
              <a:gd name="connsiteX1" fmla="*/ 19477038 w 19477038"/>
              <a:gd name="connsiteY1" fmla="*/ 284740 h 8514340"/>
              <a:gd name="connsiteX2" fmla="*/ 19477038 w 19477038"/>
              <a:gd name="connsiteY2" fmla="*/ 8514340 h 8514340"/>
              <a:gd name="connsiteX3" fmla="*/ 0 w 19477038"/>
              <a:gd name="connsiteY3" fmla="*/ 8514340 h 8514340"/>
              <a:gd name="connsiteX4" fmla="*/ 0 w 19477038"/>
              <a:gd name="connsiteY4" fmla="*/ 284740 h 8514340"/>
              <a:gd name="connsiteX0" fmla="*/ 0 w 19477038"/>
              <a:gd name="connsiteY0" fmla="*/ 422999 h 8652599"/>
              <a:gd name="connsiteX1" fmla="*/ 19477038 w 19477038"/>
              <a:gd name="connsiteY1" fmla="*/ 422999 h 8652599"/>
              <a:gd name="connsiteX2" fmla="*/ 19477038 w 19477038"/>
              <a:gd name="connsiteY2" fmla="*/ 8652599 h 8652599"/>
              <a:gd name="connsiteX3" fmla="*/ 0 w 19477038"/>
              <a:gd name="connsiteY3" fmla="*/ 8652599 h 8652599"/>
              <a:gd name="connsiteX4" fmla="*/ 0 w 19477038"/>
              <a:gd name="connsiteY4" fmla="*/ 422999 h 8652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77038" h="8652599">
                <a:moveTo>
                  <a:pt x="0" y="422999"/>
                </a:moveTo>
                <a:cubicBezTo>
                  <a:pt x="7406746" y="-1199323"/>
                  <a:pt x="12276770" y="2517270"/>
                  <a:pt x="19477038" y="422999"/>
                </a:cubicBezTo>
                <a:lnTo>
                  <a:pt x="19477038" y="8652599"/>
                </a:lnTo>
                <a:lnTo>
                  <a:pt x="0" y="8652599"/>
                </a:lnTo>
                <a:lnTo>
                  <a:pt x="0" y="422999"/>
                </a:lnTo>
                <a:close/>
              </a:path>
            </a:pathLst>
          </a:custGeom>
          <a:solidFill>
            <a:schemeClr val="accent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591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B29272B-FB29-436F-9298-ED14E42C75F9}"/>
              </a:ext>
            </a:extLst>
          </p:cNvPr>
          <p:cNvSpPr/>
          <p:nvPr/>
        </p:nvSpPr>
        <p:spPr>
          <a:xfrm rot="5400000">
            <a:off x="-1338632" y="1311201"/>
            <a:ext cx="6858000" cy="4235602"/>
          </a:xfrm>
          <a:custGeom>
            <a:avLst/>
            <a:gdLst>
              <a:gd name="connsiteX0" fmla="*/ 0 w 19477038"/>
              <a:gd name="connsiteY0" fmla="*/ 0 h 8229600"/>
              <a:gd name="connsiteX1" fmla="*/ 19477038 w 19477038"/>
              <a:gd name="connsiteY1" fmla="*/ 0 h 8229600"/>
              <a:gd name="connsiteX2" fmla="*/ 19477038 w 19477038"/>
              <a:gd name="connsiteY2" fmla="*/ 8229600 h 8229600"/>
              <a:gd name="connsiteX3" fmla="*/ 0 w 19477038"/>
              <a:gd name="connsiteY3" fmla="*/ 8229600 h 8229600"/>
              <a:gd name="connsiteX4" fmla="*/ 0 w 19477038"/>
              <a:gd name="connsiteY4" fmla="*/ 0 h 8229600"/>
              <a:gd name="connsiteX0" fmla="*/ 0 w 19477038"/>
              <a:gd name="connsiteY0" fmla="*/ 550606 h 8780206"/>
              <a:gd name="connsiteX1" fmla="*/ 19477038 w 19477038"/>
              <a:gd name="connsiteY1" fmla="*/ 550606 h 8780206"/>
              <a:gd name="connsiteX2" fmla="*/ 19477038 w 19477038"/>
              <a:gd name="connsiteY2" fmla="*/ 8780206 h 8780206"/>
              <a:gd name="connsiteX3" fmla="*/ 0 w 19477038"/>
              <a:gd name="connsiteY3" fmla="*/ 8780206 h 8780206"/>
              <a:gd name="connsiteX4" fmla="*/ 0 w 19477038"/>
              <a:gd name="connsiteY4" fmla="*/ 550606 h 8780206"/>
              <a:gd name="connsiteX0" fmla="*/ 0 w 19477038"/>
              <a:gd name="connsiteY0" fmla="*/ 284740 h 8514340"/>
              <a:gd name="connsiteX1" fmla="*/ 19477038 w 19477038"/>
              <a:gd name="connsiteY1" fmla="*/ 284740 h 8514340"/>
              <a:gd name="connsiteX2" fmla="*/ 19477038 w 19477038"/>
              <a:gd name="connsiteY2" fmla="*/ 8514340 h 8514340"/>
              <a:gd name="connsiteX3" fmla="*/ 0 w 19477038"/>
              <a:gd name="connsiteY3" fmla="*/ 8514340 h 8514340"/>
              <a:gd name="connsiteX4" fmla="*/ 0 w 19477038"/>
              <a:gd name="connsiteY4" fmla="*/ 284740 h 8514340"/>
              <a:gd name="connsiteX0" fmla="*/ 0 w 19477038"/>
              <a:gd name="connsiteY0" fmla="*/ 422999 h 8652599"/>
              <a:gd name="connsiteX1" fmla="*/ 19477038 w 19477038"/>
              <a:gd name="connsiteY1" fmla="*/ 422999 h 8652599"/>
              <a:gd name="connsiteX2" fmla="*/ 19477038 w 19477038"/>
              <a:gd name="connsiteY2" fmla="*/ 8652599 h 8652599"/>
              <a:gd name="connsiteX3" fmla="*/ 0 w 19477038"/>
              <a:gd name="connsiteY3" fmla="*/ 8652599 h 8652599"/>
              <a:gd name="connsiteX4" fmla="*/ 0 w 19477038"/>
              <a:gd name="connsiteY4" fmla="*/ 422999 h 8652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77038" h="8652599">
                <a:moveTo>
                  <a:pt x="0" y="422999"/>
                </a:moveTo>
                <a:cubicBezTo>
                  <a:pt x="7406746" y="-1199323"/>
                  <a:pt x="12276770" y="2517270"/>
                  <a:pt x="19477038" y="422999"/>
                </a:cubicBezTo>
                <a:lnTo>
                  <a:pt x="19477038" y="8652599"/>
                </a:lnTo>
                <a:lnTo>
                  <a:pt x="0" y="8652599"/>
                </a:lnTo>
                <a:lnTo>
                  <a:pt x="0" y="422999"/>
                </a:lnTo>
                <a:close/>
              </a:path>
            </a:pathLst>
          </a:custGeom>
          <a:gradFill flip="none" rotWithShape="1">
            <a:gsLst>
              <a:gs pos="2000">
                <a:schemeClr val="accent1"/>
              </a:gs>
              <a:gs pos="100000">
                <a:schemeClr val="accent5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591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673CF85-63C4-4460-B576-B4FE7421D458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1268530" y="1065770"/>
            <a:ext cx="4039780" cy="4726460"/>
          </a:xfrm>
          <a:prstGeom prst="roundRect">
            <a:avLst>
              <a:gd name="adj" fmla="val 2061"/>
            </a:avLst>
          </a:prstGeom>
          <a:solidFill>
            <a:schemeClr val="bg1">
              <a:lumMod val="95000"/>
            </a:schemeClr>
          </a:solidFill>
          <a:ln w="38100">
            <a:noFill/>
          </a:ln>
          <a:effectLst>
            <a:outerShdw blurRad="1270000" dist="1460500" dir="5400000" sx="90000" sy="9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56C414-329F-4C36-B645-E55190E79AD8}"/>
              </a:ext>
            </a:extLst>
          </p:cNvPr>
          <p:cNvSpPr txBox="1"/>
          <p:nvPr userDrawn="1"/>
        </p:nvSpPr>
        <p:spPr>
          <a:xfrm rot="16200000" flipH="1">
            <a:off x="-1540986" y="3172726"/>
            <a:ext cx="3754346" cy="22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875" strike="noStrike" spc="375" err="1">
                <a:solidFill>
                  <a:schemeClr val="bg1">
                    <a:alpha val="45000"/>
                  </a:schemeClr>
                </a:solidFill>
                <a:latin typeface="Nexa Light" panose="02000000000000000000" pitchFamily="50" charset="0"/>
                <a:ea typeface="Roboto Condensed" panose="02000000000000000000" pitchFamily="2" charset="0"/>
                <a:cs typeface="Segoe UI" panose="020B0502040204020203" pitchFamily="34" charset="0"/>
              </a:rPr>
              <a:t>Enlace_digital@soriana.com</a:t>
            </a:r>
            <a:endParaRPr lang="id-ID" sz="875" strike="noStrike" spc="375">
              <a:solidFill>
                <a:schemeClr val="bg1">
                  <a:alpha val="45000"/>
                </a:schemeClr>
              </a:solidFill>
              <a:latin typeface="Nexa Light" panose="02000000000000000000" pitchFamily="50" charset="0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D873C3D-BCBF-449D-9440-158CA473BDAC}"/>
              </a:ext>
            </a:extLst>
          </p:cNvPr>
          <p:cNvSpPr/>
          <p:nvPr userDrawn="1"/>
        </p:nvSpPr>
        <p:spPr>
          <a:xfrm>
            <a:off x="3" y="5766314"/>
            <a:ext cx="1131447" cy="1091686"/>
          </a:xfrm>
          <a:custGeom>
            <a:avLst/>
            <a:gdLst>
              <a:gd name="connsiteX0" fmla="*/ 0 w 3816138"/>
              <a:gd name="connsiteY0" fmla="*/ 0 h 3981450"/>
              <a:gd name="connsiteX1" fmla="*/ 3238500 w 3816138"/>
              <a:gd name="connsiteY1" fmla="*/ 1809750 h 3981450"/>
              <a:gd name="connsiteX2" fmla="*/ 3657600 w 3816138"/>
              <a:gd name="connsiteY2" fmla="*/ 3981450 h 3981450"/>
              <a:gd name="connsiteX3" fmla="*/ 38100 w 3816138"/>
              <a:gd name="connsiteY3" fmla="*/ 3962400 h 3981450"/>
              <a:gd name="connsiteX4" fmla="*/ 0 w 3816138"/>
              <a:gd name="connsiteY4" fmla="*/ 0 h 3981450"/>
              <a:gd name="connsiteX0" fmla="*/ 0 w 3816138"/>
              <a:gd name="connsiteY0" fmla="*/ 0 h 3981450"/>
              <a:gd name="connsiteX1" fmla="*/ 3238500 w 3816138"/>
              <a:gd name="connsiteY1" fmla="*/ 1809750 h 3981450"/>
              <a:gd name="connsiteX2" fmla="*/ 3657600 w 3816138"/>
              <a:gd name="connsiteY2" fmla="*/ 3981450 h 3981450"/>
              <a:gd name="connsiteX3" fmla="*/ 38100 w 3816138"/>
              <a:gd name="connsiteY3" fmla="*/ 3962400 h 3981450"/>
              <a:gd name="connsiteX4" fmla="*/ 0 w 3816138"/>
              <a:gd name="connsiteY4" fmla="*/ 0 h 3981450"/>
              <a:gd name="connsiteX0" fmla="*/ 0 w 3876554"/>
              <a:gd name="connsiteY0" fmla="*/ 0 h 3981450"/>
              <a:gd name="connsiteX1" fmla="*/ 3409950 w 3876554"/>
              <a:gd name="connsiteY1" fmla="*/ 2076450 h 3981450"/>
              <a:gd name="connsiteX2" fmla="*/ 3657600 w 3876554"/>
              <a:gd name="connsiteY2" fmla="*/ 3981450 h 3981450"/>
              <a:gd name="connsiteX3" fmla="*/ 38100 w 3876554"/>
              <a:gd name="connsiteY3" fmla="*/ 3962400 h 3981450"/>
              <a:gd name="connsiteX4" fmla="*/ 0 w 3876554"/>
              <a:gd name="connsiteY4" fmla="*/ 0 h 3981450"/>
              <a:gd name="connsiteX0" fmla="*/ 0 w 3916378"/>
              <a:gd name="connsiteY0" fmla="*/ 0 h 3981450"/>
              <a:gd name="connsiteX1" fmla="*/ 3409950 w 3916378"/>
              <a:gd name="connsiteY1" fmla="*/ 2076450 h 3981450"/>
              <a:gd name="connsiteX2" fmla="*/ 3657600 w 3916378"/>
              <a:gd name="connsiteY2" fmla="*/ 3981450 h 3981450"/>
              <a:gd name="connsiteX3" fmla="*/ 38100 w 3916378"/>
              <a:gd name="connsiteY3" fmla="*/ 3962400 h 3981450"/>
              <a:gd name="connsiteX4" fmla="*/ 0 w 3916378"/>
              <a:gd name="connsiteY4" fmla="*/ 0 h 3981450"/>
              <a:gd name="connsiteX0" fmla="*/ 0 w 3873335"/>
              <a:gd name="connsiteY0" fmla="*/ 0 h 3981450"/>
              <a:gd name="connsiteX1" fmla="*/ 3409950 w 3873335"/>
              <a:gd name="connsiteY1" fmla="*/ 2076450 h 3981450"/>
              <a:gd name="connsiteX2" fmla="*/ 3657600 w 3873335"/>
              <a:gd name="connsiteY2" fmla="*/ 3981450 h 3981450"/>
              <a:gd name="connsiteX3" fmla="*/ 38100 w 3873335"/>
              <a:gd name="connsiteY3" fmla="*/ 3962400 h 3981450"/>
              <a:gd name="connsiteX4" fmla="*/ 0 w 3873335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38100 w 3786126"/>
              <a:gd name="connsiteY3" fmla="*/ 396240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4032226"/>
              <a:gd name="connsiteY0" fmla="*/ 0 h 4003693"/>
              <a:gd name="connsiteX1" fmla="*/ 3409950 w 4032226"/>
              <a:gd name="connsiteY1" fmla="*/ 2076450 h 4003693"/>
              <a:gd name="connsiteX2" fmla="*/ 3943350 w 4032226"/>
              <a:gd name="connsiteY2" fmla="*/ 4003693 h 4003693"/>
              <a:gd name="connsiteX3" fmla="*/ 0 w 4032226"/>
              <a:gd name="connsiteY3" fmla="*/ 3981450 h 4003693"/>
              <a:gd name="connsiteX4" fmla="*/ 0 w 4032226"/>
              <a:gd name="connsiteY4" fmla="*/ 0 h 4003693"/>
              <a:gd name="connsiteX0" fmla="*/ 0 w 3948509"/>
              <a:gd name="connsiteY0" fmla="*/ 0 h 4003693"/>
              <a:gd name="connsiteX1" fmla="*/ 3409950 w 3948509"/>
              <a:gd name="connsiteY1" fmla="*/ 2076450 h 4003693"/>
              <a:gd name="connsiteX2" fmla="*/ 3943350 w 3948509"/>
              <a:gd name="connsiteY2" fmla="*/ 4003693 h 4003693"/>
              <a:gd name="connsiteX3" fmla="*/ 0 w 3948509"/>
              <a:gd name="connsiteY3" fmla="*/ 3981450 h 4003693"/>
              <a:gd name="connsiteX4" fmla="*/ 0 w 3948509"/>
              <a:gd name="connsiteY4" fmla="*/ 0 h 4003693"/>
              <a:gd name="connsiteX0" fmla="*/ 0 w 3943350"/>
              <a:gd name="connsiteY0" fmla="*/ 0 h 4003693"/>
              <a:gd name="connsiteX1" fmla="*/ 3333750 w 3943350"/>
              <a:gd name="connsiteY1" fmla="*/ 1942994 h 4003693"/>
              <a:gd name="connsiteX2" fmla="*/ 3943350 w 3943350"/>
              <a:gd name="connsiteY2" fmla="*/ 4003693 h 4003693"/>
              <a:gd name="connsiteX3" fmla="*/ 0 w 3943350"/>
              <a:gd name="connsiteY3" fmla="*/ 3981450 h 4003693"/>
              <a:gd name="connsiteX4" fmla="*/ 0 w 3943350"/>
              <a:gd name="connsiteY4" fmla="*/ 0 h 4003693"/>
              <a:gd name="connsiteX0" fmla="*/ 0 w 4152900"/>
              <a:gd name="connsiteY0" fmla="*/ 0 h 3981450"/>
              <a:gd name="connsiteX1" fmla="*/ 3333750 w 4152900"/>
              <a:gd name="connsiteY1" fmla="*/ 1942994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333750 w 4152900"/>
              <a:gd name="connsiteY1" fmla="*/ 1942994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200400 w 4152900"/>
              <a:gd name="connsiteY1" fmla="*/ 1720566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200400 w 4152900"/>
              <a:gd name="connsiteY1" fmla="*/ 1720566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2900" h="3981450">
                <a:moveTo>
                  <a:pt x="0" y="0"/>
                </a:moveTo>
                <a:cubicBezTo>
                  <a:pt x="762000" y="1189072"/>
                  <a:pt x="2584450" y="1190447"/>
                  <a:pt x="3200400" y="1720566"/>
                </a:cubicBezTo>
                <a:cubicBezTo>
                  <a:pt x="3816350" y="2250685"/>
                  <a:pt x="3971925" y="2641175"/>
                  <a:pt x="4152900" y="3981450"/>
                </a:cubicBezTo>
                <a:lnTo>
                  <a:pt x="0" y="39814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4000"/>
                </a:schemeClr>
              </a:gs>
              <a:gs pos="0">
                <a:srgbClr val="181B2C">
                  <a:alpha val="3000"/>
                </a:srgbClr>
              </a:gs>
              <a:gs pos="55000">
                <a:schemeClr val="accent5">
                  <a:alpha val="33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591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6EB7A74-782D-43D5-BB57-22D5D1A0BC2B}"/>
              </a:ext>
            </a:extLst>
          </p:cNvPr>
          <p:cNvSpPr/>
          <p:nvPr userDrawn="1"/>
        </p:nvSpPr>
        <p:spPr>
          <a:xfrm>
            <a:off x="809" y="5439262"/>
            <a:ext cx="335380" cy="710423"/>
          </a:xfrm>
          <a:custGeom>
            <a:avLst/>
            <a:gdLst>
              <a:gd name="connsiteX0" fmla="*/ 0 w 1189942"/>
              <a:gd name="connsiteY0" fmla="*/ 0 h 2524513"/>
              <a:gd name="connsiteX1" fmla="*/ 175601 w 1189942"/>
              <a:gd name="connsiteY1" fmla="*/ 17702 h 2524513"/>
              <a:gd name="connsiteX2" fmla="*/ 1189942 w 1189942"/>
              <a:gd name="connsiteY2" fmla="*/ 1262256 h 2524513"/>
              <a:gd name="connsiteX3" fmla="*/ 175601 w 1189942"/>
              <a:gd name="connsiteY3" fmla="*/ 2506811 h 2524513"/>
              <a:gd name="connsiteX4" fmla="*/ 0 w 1189942"/>
              <a:gd name="connsiteY4" fmla="*/ 2524513 h 2524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9942" h="2524513">
                <a:moveTo>
                  <a:pt x="0" y="0"/>
                </a:moveTo>
                <a:lnTo>
                  <a:pt x="175601" y="17702"/>
                </a:lnTo>
                <a:cubicBezTo>
                  <a:pt x="754484" y="136158"/>
                  <a:pt x="1189942" y="648354"/>
                  <a:pt x="1189942" y="1262256"/>
                </a:cubicBezTo>
                <a:cubicBezTo>
                  <a:pt x="1189942" y="1876159"/>
                  <a:pt x="754484" y="2388354"/>
                  <a:pt x="175601" y="2506811"/>
                </a:cubicBezTo>
                <a:lnTo>
                  <a:pt x="0" y="2524513"/>
                </a:lnTo>
                <a:close/>
              </a:path>
            </a:pathLst>
          </a:custGeom>
          <a:gradFill>
            <a:gsLst>
              <a:gs pos="2000">
                <a:schemeClr val="accent1"/>
              </a:gs>
              <a:gs pos="100000">
                <a:schemeClr val="accent5"/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>
            <a:outerShdw blurRad="1270000" dist="6223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591"/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9D9699E5-691F-687B-8321-4AC906F46A8C}"/>
              </a:ext>
            </a:extLst>
          </p:cNvPr>
          <p:cNvGrpSpPr/>
          <p:nvPr userDrawn="1"/>
        </p:nvGrpSpPr>
        <p:grpSpPr>
          <a:xfrm>
            <a:off x="1175437" y="6288170"/>
            <a:ext cx="2413289" cy="207749"/>
            <a:chOff x="1173828" y="9898598"/>
            <a:chExt cx="3855293" cy="332402"/>
          </a:xfrm>
        </p:grpSpPr>
        <p:sp>
          <p:nvSpPr>
            <p:cNvPr id="6" name="TextBox 13">
              <a:extLst>
                <a:ext uri="{FF2B5EF4-FFF2-40B4-BE49-F238E27FC236}">
                  <a16:creationId xmlns:a16="http://schemas.microsoft.com/office/drawing/2014/main" id="{3712AA11-06B9-1C7F-17C4-56CFEA1115B2}"/>
                </a:ext>
              </a:extLst>
            </p:cNvPr>
            <p:cNvSpPr txBox="1"/>
            <p:nvPr/>
          </p:nvSpPr>
          <p:spPr>
            <a:xfrm>
              <a:off x="1173828" y="9898598"/>
              <a:ext cx="3855293" cy="3324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750" spc="188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SORIANA          2022</a:t>
              </a:r>
              <a:r>
                <a:rPr lang="en-US" sz="750" spc="188">
                  <a:solidFill>
                    <a:schemeClr val="bg1">
                      <a:alpha val="4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.ALL RIGHTS</a:t>
              </a:r>
              <a:endParaRPr lang="id-ID" sz="750" spc="188">
                <a:solidFill>
                  <a:schemeClr val="bg1">
                    <a:alpha val="4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2" name="Rectangle 14">
              <a:extLst>
                <a:ext uri="{FF2B5EF4-FFF2-40B4-BE49-F238E27FC236}">
                  <a16:creationId xmlns:a16="http://schemas.microsoft.com/office/drawing/2014/main" id="{A0700879-C051-3743-940A-1B72EFBE25AC}"/>
                </a:ext>
              </a:extLst>
            </p:cNvPr>
            <p:cNvSpPr/>
            <p:nvPr userDrawn="1"/>
          </p:nvSpPr>
          <p:spPr>
            <a:xfrm>
              <a:off x="2624660" y="9977803"/>
              <a:ext cx="10800" cy="1493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253841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D1DEE7EC-1221-4F26-9E62-B67BF61638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80754" y="0"/>
            <a:ext cx="2203749" cy="3429000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338C08B-3482-4DA8-9807-4E68A4C265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84503" y="3429000"/>
            <a:ext cx="2203749" cy="3429000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3DA771EF-E223-45ED-8DC4-9ED9311430D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8251" y="0"/>
            <a:ext cx="2203749" cy="3429000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22155117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EE80D2-3AC2-4ABB-9148-06F6233DF0E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2469" y="4564900"/>
            <a:ext cx="3043532" cy="2293102"/>
          </a:xfrm>
          <a:custGeom>
            <a:avLst/>
            <a:gdLst>
              <a:gd name="connsiteX0" fmla="*/ 1 w 4862122"/>
              <a:gd name="connsiteY0" fmla="*/ 0 h 3668963"/>
              <a:gd name="connsiteX1" fmla="*/ 4862122 w 4862122"/>
              <a:gd name="connsiteY1" fmla="*/ 0 h 3668963"/>
              <a:gd name="connsiteX2" fmla="*/ 4862122 w 4862122"/>
              <a:gd name="connsiteY2" fmla="*/ 3668963 h 3668963"/>
              <a:gd name="connsiteX3" fmla="*/ 1834482 w 4862122"/>
              <a:gd name="connsiteY3" fmla="*/ 3668963 h 3668963"/>
              <a:gd name="connsiteX4" fmla="*/ 0 w 4862122"/>
              <a:gd name="connsiteY4" fmla="*/ 1834481 h 3668963"/>
              <a:gd name="connsiteX5" fmla="*/ 1 w 4862122"/>
              <a:gd name="connsiteY5" fmla="*/ 0 h 3668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62122" h="3668963">
                <a:moveTo>
                  <a:pt x="1" y="0"/>
                </a:moveTo>
                <a:lnTo>
                  <a:pt x="4862122" y="0"/>
                </a:lnTo>
                <a:lnTo>
                  <a:pt x="4862122" y="3668963"/>
                </a:lnTo>
                <a:lnTo>
                  <a:pt x="1834482" y="3668963"/>
                </a:lnTo>
                <a:cubicBezTo>
                  <a:pt x="821326" y="3668963"/>
                  <a:pt x="0" y="2847637"/>
                  <a:pt x="0" y="1834481"/>
                </a:cubicBezTo>
                <a:cubicBezTo>
                  <a:pt x="0" y="1222987"/>
                  <a:pt x="1" y="611494"/>
                  <a:pt x="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3CC49EF-A80F-43FE-A2A7-D68B6EC4C9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" y="1"/>
            <a:ext cx="3043532" cy="2316914"/>
          </a:xfrm>
          <a:custGeom>
            <a:avLst/>
            <a:gdLst>
              <a:gd name="connsiteX0" fmla="*/ 0 w 4862122"/>
              <a:gd name="connsiteY0" fmla="*/ 0 h 3707063"/>
              <a:gd name="connsiteX1" fmla="*/ 3008590 w 4862122"/>
              <a:gd name="connsiteY1" fmla="*/ 0 h 3707063"/>
              <a:gd name="connsiteX2" fmla="*/ 4862122 w 4862122"/>
              <a:gd name="connsiteY2" fmla="*/ 1853532 h 3707063"/>
              <a:gd name="connsiteX3" fmla="*/ 4862121 w 4862122"/>
              <a:gd name="connsiteY3" fmla="*/ 3707063 h 3707063"/>
              <a:gd name="connsiteX4" fmla="*/ 0 w 4862122"/>
              <a:gd name="connsiteY4" fmla="*/ 3707063 h 3707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62122" h="3707063">
                <a:moveTo>
                  <a:pt x="0" y="0"/>
                </a:moveTo>
                <a:lnTo>
                  <a:pt x="3008590" y="0"/>
                </a:lnTo>
                <a:cubicBezTo>
                  <a:pt x="4032267" y="0"/>
                  <a:pt x="4862122" y="829855"/>
                  <a:pt x="4862122" y="1853532"/>
                </a:cubicBezTo>
                <a:cubicBezTo>
                  <a:pt x="4862122" y="2471376"/>
                  <a:pt x="4862121" y="3089219"/>
                  <a:pt x="4862121" y="3707063"/>
                </a:cubicBezTo>
                <a:lnTo>
                  <a:pt x="0" y="370706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6F083AB-570D-4531-9A7B-DD92D19C175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2" y="1"/>
            <a:ext cx="3043532" cy="2316914"/>
          </a:xfrm>
          <a:custGeom>
            <a:avLst/>
            <a:gdLst>
              <a:gd name="connsiteX0" fmla="*/ 0 w 4862122"/>
              <a:gd name="connsiteY0" fmla="*/ 0 h 3707063"/>
              <a:gd name="connsiteX1" fmla="*/ 3008590 w 4862122"/>
              <a:gd name="connsiteY1" fmla="*/ 0 h 3707063"/>
              <a:gd name="connsiteX2" fmla="*/ 4862122 w 4862122"/>
              <a:gd name="connsiteY2" fmla="*/ 1853532 h 3707063"/>
              <a:gd name="connsiteX3" fmla="*/ 4862121 w 4862122"/>
              <a:gd name="connsiteY3" fmla="*/ 3707063 h 3707063"/>
              <a:gd name="connsiteX4" fmla="*/ 0 w 4862122"/>
              <a:gd name="connsiteY4" fmla="*/ 3707063 h 3707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62122" h="3707063">
                <a:moveTo>
                  <a:pt x="0" y="0"/>
                </a:moveTo>
                <a:lnTo>
                  <a:pt x="3008590" y="0"/>
                </a:lnTo>
                <a:cubicBezTo>
                  <a:pt x="4032267" y="0"/>
                  <a:pt x="4862122" y="829855"/>
                  <a:pt x="4862122" y="1853532"/>
                </a:cubicBezTo>
                <a:cubicBezTo>
                  <a:pt x="4862122" y="2471376"/>
                  <a:pt x="4862121" y="3089219"/>
                  <a:pt x="4862121" y="3707063"/>
                </a:cubicBezTo>
                <a:lnTo>
                  <a:pt x="0" y="370706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EE311FC-FB21-469B-AF99-091AA8453D3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8469" y="4564900"/>
            <a:ext cx="3043532" cy="2293102"/>
          </a:xfrm>
          <a:custGeom>
            <a:avLst/>
            <a:gdLst>
              <a:gd name="connsiteX0" fmla="*/ 1 w 4862122"/>
              <a:gd name="connsiteY0" fmla="*/ 0 h 3668963"/>
              <a:gd name="connsiteX1" fmla="*/ 4862122 w 4862122"/>
              <a:gd name="connsiteY1" fmla="*/ 0 h 3668963"/>
              <a:gd name="connsiteX2" fmla="*/ 4862122 w 4862122"/>
              <a:gd name="connsiteY2" fmla="*/ 3668963 h 3668963"/>
              <a:gd name="connsiteX3" fmla="*/ 1834482 w 4862122"/>
              <a:gd name="connsiteY3" fmla="*/ 3668963 h 3668963"/>
              <a:gd name="connsiteX4" fmla="*/ 0 w 4862122"/>
              <a:gd name="connsiteY4" fmla="*/ 1834481 h 3668963"/>
              <a:gd name="connsiteX5" fmla="*/ 1 w 4862122"/>
              <a:gd name="connsiteY5" fmla="*/ 0 h 3668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62122" h="3668963">
                <a:moveTo>
                  <a:pt x="1" y="0"/>
                </a:moveTo>
                <a:lnTo>
                  <a:pt x="4862122" y="0"/>
                </a:lnTo>
                <a:lnTo>
                  <a:pt x="4862122" y="3668963"/>
                </a:lnTo>
                <a:lnTo>
                  <a:pt x="1834482" y="3668963"/>
                </a:lnTo>
                <a:cubicBezTo>
                  <a:pt x="821326" y="3668963"/>
                  <a:pt x="0" y="2847637"/>
                  <a:pt x="0" y="1834481"/>
                </a:cubicBezTo>
                <a:cubicBezTo>
                  <a:pt x="0" y="1222987"/>
                  <a:pt x="1" y="611494"/>
                  <a:pt x="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07248874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1B78-826D-4FE9-99FE-428C8E62A634}" type="slidenum">
              <a:rPr lang="en-US" smtClean="0"/>
              <a:t>‹Nº›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9E0E0A3-4F7E-4BDA-9BCC-8809A94C46EA}"/>
              </a:ext>
            </a:extLst>
          </p:cNvPr>
          <p:cNvSpPr/>
          <p:nvPr userDrawn="1"/>
        </p:nvSpPr>
        <p:spPr>
          <a:xfrm rot="14125145">
            <a:off x="1633230" y="1749238"/>
            <a:ext cx="3903743" cy="3359526"/>
          </a:xfrm>
          <a:custGeom>
            <a:avLst/>
            <a:gdLst>
              <a:gd name="connsiteX0" fmla="*/ 1461356 w 3189331"/>
              <a:gd name="connsiteY0" fmla="*/ 10544 h 3099408"/>
              <a:gd name="connsiteX1" fmla="*/ 2055716 w 3189331"/>
              <a:gd name="connsiteY1" fmla="*/ 124844 h 3099408"/>
              <a:gd name="connsiteX2" fmla="*/ 2200496 w 3189331"/>
              <a:gd name="connsiteY2" fmla="*/ 155324 h 3099408"/>
              <a:gd name="connsiteX3" fmla="*/ 2817716 w 3189331"/>
              <a:gd name="connsiteY3" fmla="*/ 322964 h 3099408"/>
              <a:gd name="connsiteX4" fmla="*/ 3152996 w 3189331"/>
              <a:gd name="connsiteY4" fmla="*/ 742064 h 3099408"/>
              <a:gd name="connsiteX5" fmla="*/ 3107276 w 3189331"/>
              <a:gd name="connsiteY5" fmla="*/ 1405004 h 3099408"/>
              <a:gd name="connsiteX6" fmla="*/ 2505296 w 3189331"/>
              <a:gd name="connsiteY6" fmla="*/ 1854584 h 3099408"/>
              <a:gd name="connsiteX7" fmla="*/ 2192876 w 3189331"/>
              <a:gd name="connsiteY7" fmla="*/ 2433704 h 3099408"/>
              <a:gd name="connsiteX8" fmla="*/ 1697576 w 3189331"/>
              <a:gd name="connsiteY8" fmla="*/ 2860424 h 3099408"/>
              <a:gd name="connsiteX9" fmla="*/ 1232756 w 3189331"/>
              <a:gd name="connsiteY9" fmla="*/ 3081404 h 3099408"/>
              <a:gd name="connsiteX10" fmla="*/ 646016 w 3189331"/>
              <a:gd name="connsiteY10" fmla="*/ 3005204 h 3099408"/>
              <a:gd name="connsiteX11" fmla="*/ 104996 w 3189331"/>
              <a:gd name="connsiteY11" fmla="*/ 2365124 h 3099408"/>
              <a:gd name="connsiteX12" fmla="*/ 44036 w 3189331"/>
              <a:gd name="connsiteY12" fmla="*/ 1252604 h 3099408"/>
              <a:gd name="connsiteX13" fmla="*/ 607916 w 3189331"/>
              <a:gd name="connsiteY13" fmla="*/ 422024 h 3099408"/>
              <a:gd name="connsiteX14" fmla="*/ 1461356 w 3189331"/>
              <a:gd name="connsiteY14" fmla="*/ 10544 h 3099408"/>
              <a:gd name="connsiteX0" fmla="*/ 1461356 w 3197385"/>
              <a:gd name="connsiteY0" fmla="*/ 10544 h 3099408"/>
              <a:gd name="connsiteX1" fmla="*/ 2055716 w 3197385"/>
              <a:gd name="connsiteY1" fmla="*/ 124844 h 3099408"/>
              <a:gd name="connsiteX2" fmla="*/ 2200496 w 3197385"/>
              <a:gd name="connsiteY2" fmla="*/ 155324 h 3099408"/>
              <a:gd name="connsiteX3" fmla="*/ 2817716 w 3197385"/>
              <a:gd name="connsiteY3" fmla="*/ 322964 h 3099408"/>
              <a:gd name="connsiteX4" fmla="*/ 3152996 w 3197385"/>
              <a:gd name="connsiteY4" fmla="*/ 742064 h 3099408"/>
              <a:gd name="connsiteX5" fmla="*/ 3107276 w 3197385"/>
              <a:gd name="connsiteY5" fmla="*/ 1405004 h 3099408"/>
              <a:gd name="connsiteX6" fmla="*/ 2505296 w 3197385"/>
              <a:gd name="connsiteY6" fmla="*/ 1854584 h 3099408"/>
              <a:gd name="connsiteX7" fmla="*/ 2192876 w 3197385"/>
              <a:gd name="connsiteY7" fmla="*/ 2433704 h 3099408"/>
              <a:gd name="connsiteX8" fmla="*/ 1697576 w 3197385"/>
              <a:gd name="connsiteY8" fmla="*/ 2860424 h 3099408"/>
              <a:gd name="connsiteX9" fmla="*/ 1232756 w 3197385"/>
              <a:gd name="connsiteY9" fmla="*/ 3081404 h 3099408"/>
              <a:gd name="connsiteX10" fmla="*/ 646016 w 3197385"/>
              <a:gd name="connsiteY10" fmla="*/ 3005204 h 3099408"/>
              <a:gd name="connsiteX11" fmla="*/ 104996 w 3197385"/>
              <a:gd name="connsiteY11" fmla="*/ 2365124 h 3099408"/>
              <a:gd name="connsiteX12" fmla="*/ 44036 w 3197385"/>
              <a:gd name="connsiteY12" fmla="*/ 1252604 h 3099408"/>
              <a:gd name="connsiteX13" fmla="*/ 607916 w 3197385"/>
              <a:gd name="connsiteY13" fmla="*/ 422024 h 3099408"/>
              <a:gd name="connsiteX14" fmla="*/ 1461356 w 3197385"/>
              <a:gd name="connsiteY14" fmla="*/ 10544 h 3099408"/>
              <a:gd name="connsiteX0" fmla="*/ 1461356 w 3116044"/>
              <a:gd name="connsiteY0" fmla="*/ 10544 h 3099408"/>
              <a:gd name="connsiteX1" fmla="*/ 2055716 w 3116044"/>
              <a:gd name="connsiteY1" fmla="*/ 124844 h 3099408"/>
              <a:gd name="connsiteX2" fmla="*/ 2200496 w 3116044"/>
              <a:gd name="connsiteY2" fmla="*/ 155324 h 3099408"/>
              <a:gd name="connsiteX3" fmla="*/ 2817716 w 3116044"/>
              <a:gd name="connsiteY3" fmla="*/ 322964 h 3099408"/>
              <a:gd name="connsiteX4" fmla="*/ 3107276 w 3116044"/>
              <a:gd name="connsiteY4" fmla="*/ 1405004 h 3099408"/>
              <a:gd name="connsiteX5" fmla="*/ 2505296 w 3116044"/>
              <a:gd name="connsiteY5" fmla="*/ 1854584 h 3099408"/>
              <a:gd name="connsiteX6" fmla="*/ 2192876 w 3116044"/>
              <a:gd name="connsiteY6" fmla="*/ 2433704 h 3099408"/>
              <a:gd name="connsiteX7" fmla="*/ 1697576 w 3116044"/>
              <a:gd name="connsiteY7" fmla="*/ 2860424 h 3099408"/>
              <a:gd name="connsiteX8" fmla="*/ 1232756 w 3116044"/>
              <a:gd name="connsiteY8" fmla="*/ 3081404 h 3099408"/>
              <a:gd name="connsiteX9" fmla="*/ 646016 w 3116044"/>
              <a:gd name="connsiteY9" fmla="*/ 3005204 h 3099408"/>
              <a:gd name="connsiteX10" fmla="*/ 104996 w 3116044"/>
              <a:gd name="connsiteY10" fmla="*/ 2365124 h 3099408"/>
              <a:gd name="connsiteX11" fmla="*/ 44036 w 3116044"/>
              <a:gd name="connsiteY11" fmla="*/ 1252604 h 3099408"/>
              <a:gd name="connsiteX12" fmla="*/ 607916 w 3116044"/>
              <a:gd name="connsiteY12" fmla="*/ 422024 h 3099408"/>
              <a:gd name="connsiteX13" fmla="*/ 1461356 w 3116044"/>
              <a:gd name="connsiteY13" fmla="*/ 10544 h 3099408"/>
              <a:gd name="connsiteX0" fmla="*/ 1461356 w 3202939"/>
              <a:gd name="connsiteY0" fmla="*/ 10544 h 3099408"/>
              <a:gd name="connsiteX1" fmla="*/ 2055716 w 3202939"/>
              <a:gd name="connsiteY1" fmla="*/ 124844 h 3099408"/>
              <a:gd name="connsiteX2" fmla="*/ 2200496 w 3202939"/>
              <a:gd name="connsiteY2" fmla="*/ 155324 h 3099408"/>
              <a:gd name="connsiteX3" fmla="*/ 2817716 w 3202939"/>
              <a:gd name="connsiteY3" fmla="*/ 322964 h 3099408"/>
              <a:gd name="connsiteX4" fmla="*/ 3107276 w 3202939"/>
              <a:gd name="connsiteY4" fmla="*/ 1405004 h 3099408"/>
              <a:gd name="connsiteX5" fmla="*/ 2505296 w 3202939"/>
              <a:gd name="connsiteY5" fmla="*/ 1854584 h 3099408"/>
              <a:gd name="connsiteX6" fmla="*/ 2192876 w 3202939"/>
              <a:gd name="connsiteY6" fmla="*/ 2433704 h 3099408"/>
              <a:gd name="connsiteX7" fmla="*/ 1697576 w 3202939"/>
              <a:gd name="connsiteY7" fmla="*/ 2860424 h 3099408"/>
              <a:gd name="connsiteX8" fmla="*/ 1232756 w 3202939"/>
              <a:gd name="connsiteY8" fmla="*/ 3081404 h 3099408"/>
              <a:gd name="connsiteX9" fmla="*/ 646016 w 3202939"/>
              <a:gd name="connsiteY9" fmla="*/ 3005204 h 3099408"/>
              <a:gd name="connsiteX10" fmla="*/ 104996 w 3202939"/>
              <a:gd name="connsiteY10" fmla="*/ 2365124 h 3099408"/>
              <a:gd name="connsiteX11" fmla="*/ 44036 w 3202939"/>
              <a:gd name="connsiteY11" fmla="*/ 1252604 h 3099408"/>
              <a:gd name="connsiteX12" fmla="*/ 607916 w 3202939"/>
              <a:gd name="connsiteY12" fmla="*/ 422024 h 3099408"/>
              <a:gd name="connsiteX13" fmla="*/ 1461356 w 3202939"/>
              <a:gd name="connsiteY13" fmla="*/ 10544 h 3099408"/>
              <a:gd name="connsiteX0" fmla="*/ 1461356 w 3202939"/>
              <a:gd name="connsiteY0" fmla="*/ 10544 h 3099408"/>
              <a:gd name="connsiteX1" fmla="*/ 2055716 w 3202939"/>
              <a:gd name="connsiteY1" fmla="*/ 124844 h 3099408"/>
              <a:gd name="connsiteX2" fmla="*/ 2200496 w 3202939"/>
              <a:gd name="connsiteY2" fmla="*/ 155324 h 3099408"/>
              <a:gd name="connsiteX3" fmla="*/ 2817716 w 3202939"/>
              <a:gd name="connsiteY3" fmla="*/ 322964 h 3099408"/>
              <a:gd name="connsiteX4" fmla="*/ 3107276 w 3202939"/>
              <a:gd name="connsiteY4" fmla="*/ 1405004 h 3099408"/>
              <a:gd name="connsiteX5" fmla="*/ 2505296 w 3202939"/>
              <a:gd name="connsiteY5" fmla="*/ 1854584 h 3099408"/>
              <a:gd name="connsiteX6" fmla="*/ 1697576 w 3202939"/>
              <a:gd name="connsiteY6" fmla="*/ 2860424 h 3099408"/>
              <a:gd name="connsiteX7" fmla="*/ 1232756 w 3202939"/>
              <a:gd name="connsiteY7" fmla="*/ 3081404 h 3099408"/>
              <a:gd name="connsiteX8" fmla="*/ 646016 w 3202939"/>
              <a:gd name="connsiteY8" fmla="*/ 3005204 h 3099408"/>
              <a:gd name="connsiteX9" fmla="*/ 104996 w 3202939"/>
              <a:gd name="connsiteY9" fmla="*/ 2365124 h 3099408"/>
              <a:gd name="connsiteX10" fmla="*/ 44036 w 3202939"/>
              <a:gd name="connsiteY10" fmla="*/ 1252604 h 3099408"/>
              <a:gd name="connsiteX11" fmla="*/ 607916 w 3202939"/>
              <a:gd name="connsiteY11" fmla="*/ 422024 h 3099408"/>
              <a:gd name="connsiteX12" fmla="*/ 1461356 w 3202939"/>
              <a:gd name="connsiteY12" fmla="*/ 10544 h 3099408"/>
              <a:gd name="connsiteX0" fmla="*/ 1461356 w 3202939"/>
              <a:gd name="connsiteY0" fmla="*/ 10544 h 3099408"/>
              <a:gd name="connsiteX1" fmla="*/ 2055716 w 3202939"/>
              <a:gd name="connsiteY1" fmla="*/ 124844 h 3099408"/>
              <a:gd name="connsiteX2" fmla="*/ 2200496 w 3202939"/>
              <a:gd name="connsiteY2" fmla="*/ 155324 h 3099408"/>
              <a:gd name="connsiteX3" fmla="*/ 2817716 w 3202939"/>
              <a:gd name="connsiteY3" fmla="*/ 322964 h 3099408"/>
              <a:gd name="connsiteX4" fmla="*/ 3107276 w 3202939"/>
              <a:gd name="connsiteY4" fmla="*/ 1405004 h 3099408"/>
              <a:gd name="connsiteX5" fmla="*/ 2505296 w 3202939"/>
              <a:gd name="connsiteY5" fmla="*/ 1854584 h 3099408"/>
              <a:gd name="connsiteX6" fmla="*/ 1697576 w 3202939"/>
              <a:gd name="connsiteY6" fmla="*/ 2860424 h 3099408"/>
              <a:gd name="connsiteX7" fmla="*/ 1232756 w 3202939"/>
              <a:gd name="connsiteY7" fmla="*/ 3081404 h 3099408"/>
              <a:gd name="connsiteX8" fmla="*/ 646016 w 3202939"/>
              <a:gd name="connsiteY8" fmla="*/ 3005204 h 3099408"/>
              <a:gd name="connsiteX9" fmla="*/ 104996 w 3202939"/>
              <a:gd name="connsiteY9" fmla="*/ 2365124 h 3099408"/>
              <a:gd name="connsiteX10" fmla="*/ 44036 w 3202939"/>
              <a:gd name="connsiteY10" fmla="*/ 1252604 h 3099408"/>
              <a:gd name="connsiteX11" fmla="*/ 607916 w 3202939"/>
              <a:gd name="connsiteY11" fmla="*/ 422024 h 3099408"/>
              <a:gd name="connsiteX12" fmla="*/ 1461356 w 3202939"/>
              <a:gd name="connsiteY12" fmla="*/ 10544 h 3099408"/>
              <a:gd name="connsiteX0" fmla="*/ 1461356 w 3202939"/>
              <a:gd name="connsiteY0" fmla="*/ 10544 h 3173530"/>
              <a:gd name="connsiteX1" fmla="*/ 2055716 w 3202939"/>
              <a:gd name="connsiteY1" fmla="*/ 124844 h 3173530"/>
              <a:gd name="connsiteX2" fmla="*/ 2200496 w 3202939"/>
              <a:gd name="connsiteY2" fmla="*/ 155324 h 3173530"/>
              <a:gd name="connsiteX3" fmla="*/ 2817716 w 3202939"/>
              <a:gd name="connsiteY3" fmla="*/ 322964 h 3173530"/>
              <a:gd name="connsiteX4" fmla="*/ 3107276 w 3202939"/>
              <a:gd name="connsiteY4" fmla="*/ 1405004 h 3173530"/>
              <a:gd name="connsiteX5" fmla="*/ 2505296 w 3202939"/>
              <a:gd name="connsiteY5" fmla="*/ 1854584 h 3173530"/>
              <a:gd name="connsiteX6" fmla="*/ 1232756 w 3202939"/>
              <a:gd name="connsiteY6" fmla="*/ 3081404 h 3173530"/>
              <a:gd name="connsiteX7" fmla="*/ 646016 w 3202939"/>
              <a:gd name="connsiteY7" fmla="*/ 3005204 h 3173530"/>
              <a:gd name="connsiteX8" fmla="*/ 104996 w 3202939"/>
              <a:gd name="connsiteY8" fmla="*/ 2365124 h 3173530"/>
              <a:gd name="connsiteX9" fmla="*/ 44036 w 3202939"/>
              <a:gd name="connsiteY9" fmla="*/ 1252604 h 3173530"/>
              <a:gd name="connsiteX10" fmla="*/ 607916 w 3202939"/>
              <a:gd name="connsiteY10" fmla="*/ 422024 h 3173530"/>
              <a:gd name="connsiteX11" fmla="*/ 1461356 w 3202939"/>
              <a:gd name="connsiteY11" fmla="*/ 10544 h 3173530"/>
              <a:gd name="connsiteX0" fmla="*/ 1461356 w 3202939"/>
              <a:gd name="connsiteY0" fmla="*/ 10544 h 3178638"/>
              <a:gd name="connsiteX1" fmla="*/ 2055716 w 3202939"/>
              <a:gd name="connsiteY1" fmla="*/ 124844 h 3178638"/>
              <a:gd name="connsiteX2" fmla="*/ 2200496 w 3202939"/>
              <a:gd name="connsiteY2" fmla="*/ 155324 h 3178638"/>
              <a:gd name="connsiteX3" fmla="*/ 2817716 w 3202939"/>
              <a:gd name="connsiteY3" fmla="*/ 322964 h 3178638"/>
              <a:gd name="connsiteX4" fmla="*/ 3107276 w 3202939"/>
              <a:gd name="connsiteY4" fmla="*/ 1405004 h 3178638"/>
              <a:gd name="connsiteX5" fmla="*/ 2505296 w 3202939"/>
              <a:gd name="connsiteY5" fmla="*/ 1854584 h 3178638"/>
              <a:gd name="connsiteX6" fmla="*/ 1232756 w 3202939"/>
              <a:gd name="connsiteY6" fmla="*/ 3081404 h 3178638"/>
              <a:gd name="connsiteX7" fmla="*/ 646016 w 3202939"/>
              <a:gd name="connsiteY7" fmla="*/ 3005204 h 3178638"/>
              <a:gd name="connsiteX8" fmla="*/ 104996 w 3202939"/>
              <a:gd name="connsiteY8" fmla="*/ 2365124 h 3178638"/>
              <a:gd name="connsiteX9" fmla="*/ 44036 w 3202939"/>
              <a:gd name="connsiteY9" fmla="*/ 1252604 h 3178638"/>
              <a:gd name="connsiteX10" fmla="*/ 607916 w 3202939"/>
              <a:gd name="connsiteY10" fmla="*/ 422024 h 3178638"/>
              <a:gd name="connsiteX11" fmla="*/ 1461356 w 3202939"/>
              <a:gd name="connsiteY11" fmla="*/ 10544 h 3178638"/>
              <a:gd name="connsiteX0" fmla="*/ 1461356 w 3202939"/>
              <a:gd name="connsiteY0" fmla="*/ 10544 h 3091066"/>
              <a:gd name="connsiteX1" fmla="*/ 2055716 w 3202939"/>
              <a:gd name="connsiteY1" fmla="*/ 124844 h 3091066"/>
              <a:gd name="connsiteX2" fmla="*/ 2200496 w 3202939"/>
              <a:gd name="connsiteY2" fmla="*/ 155324 h 3091066"/>
              <a:gd name="connsiteX3" fmla="*/ 2817716 w 3202939"/>
              <a:gd name="connsiteY3" fmla="*/ 322964 h 3091066"/>
              <a:gd name="connsiteX4" fmla="*/ 3107276 w 3202939"/>
              <a:gd name="connsiteY4" fmla="*/ 1405004 h 3091066"/>
              <a:gd name="connsiteX5" fmla="*/ 2505296 w 3202939"/>
              <a:gd name="connsiteY5" fmla="*/ 1854584 h 3091066"/>
              <a:gd name="connsiteX6" fmla="*/ 1232756 w 3202939"/>
              <a:gd name="connsiteY6" fmla="*/ 3081404 h 3091066"/>
              <a:gd name="connsiteX7" fmla="*/ 104996 w 3202939"/>
              <a:gd name="connsiteY7" fmla="*/ 2365124 h 3091066"/>
              <a:gd name="connsiteX8" fmla="*/ 44036 w 3202939"/>
              <a:gd name="connsiteY8" fmla="*/ 1252604 h 3091066"/>
              <a:gd name="connsiteX9" fmla="*/ 607916 w 3202939"/>
              <a:gd name="connsiteY9" fmla="*/ 422024 h 3091066"/>
              <a:gd name="connsiteX10" fmla="*/ 1461356 w 3202939"/>
              <a:gd name="connsiteY10" fmla="*/ 10544 h 3091066"/>
              <a:gd name="connsiteX0" fmla="*/ 1461356 w 3202939"/>
              <a:gd name="connsiteY0" fmla="*/ 10544 h 3082640"/>
              <a:gd name="connsiteX1" fmla="*/ 2055716 w 3202939"/>
              <a:gd name="connsiteY1" fmla="*/ 124844 h 3082640"/>
              <a:gd name="connsiteX2" fmla="*/ 2200496 w 3202939"/>
              <a:gd name="connsiteY2" fmla="*/ 155324 h 3082640"/>
              <a:gd name="connsiteX3" fmla="*/ 2817716 w 3202939"/>
              <a:gd name="connsiteY3" fmla="*/ 322964 h 3082640"/>
              <a:gd name="connsiteX4" fmla="*/ 3107276 w 3202939"/>
              <a:gd name="connsiteY4" fmla="*/ 1405004 h 3082640"/>
              <a:gd name="connsiteX5" fmla="*/ 2505296 w 3202939"/>
              <a:gd name="connsiteY5" fmla="*/ 1854584 h 3082640"/>
              <a:gd name="connsiteX6" fmla="*/ 1232756 w 3202939"/>
              <a:gd name="connsiteY6" fmla="*/ 3081404 h 3082640"/>
              <a:gd name="connsiteX7" fmla="*/ 104996 w 3202939"/>
              <a:gd name="connsiteY7" fmla="*/ 2365124 h 3082640"/>
              <a:gd name="connsiteX8" fmla="*/ 44036 w 3202939"/>
              <a:gd name="connsiteY8" fmla="*/ 1252604 h 3082640"/>
              <a:gd name="connsiteX9" fmla="*/ 607916 w 3202939"/>
              <a:gd name="connsiteY9" fmla="*/ 422024 h 3082640"/>
              <a:gd name="connsiteX10" fmla="*/ 1461356 w 3202939"/>
              <a:gd name="connsiteY10" fmla="*/ 10544 h 308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202939" h="3082640">
                <a:moveTo>
                  <a:pt x="1461356" y="10544"/>
                </a:moveTo>
                <a:cubicBezTo>
                  <a:pt x="1702656" y="-38986"/>
                  <a:pt x="1932526" y="100714"/>
                  <a:pt x="2055716" y="124844"/>
                </a:cubicBezTo>
                <a:cubicBezTo>
                  <a:pt x="2055716" y="124844"/>
                  <a:pt x="2073496" y="122304"/>
                  <a:pt x="2200496" y="155324"/>
                </a:cubicBezTo>
                <a:cubicBezTo>
                  <a:pt x="2200496" y="155324"/>
                  <a:pt x="2610399" y="170516"/>
                  <a:pt x="2817716" y="322964"/>
                </a:cubicBezTo>
                <a:cubicBezTo>
                  <a:pt x="3406100" y="755625"/>
                  <a:pt x="3159346" y="1149734"/>
                  <a:pt x="3107276" y="1405004"/>
                </a:cubicBezTo>
                <a:cubicBezTo>
                  <a:pt x="3055206" y="1660274"/>
                  <a:pt x="2817716" y="1575184"/>
                  <a:pt x="2505296" y="1854584"/>
                </a:cubicBezTo>
                <a:cubicBezTo>
                  <a:pt x="2192876" y="2133984"/>
                  <a:pt x="1983759" y="3053847"/>
                  <a:pt x="1232756" y="3081404"/>
                </a:cubicBezTo>
                <a:cubicBezTo>
                  <a:pt x="481753" y="3108961"/>
                  <a:pt x="303116" y="2669924"/>
                  <a:pt x="104996" y="2365124"/>
                </a:cubicBezTo>
                <a:cubicBezTo>
                  <a:pt x="4666" y="2073024"/>
                  <a:pt x="-39784" y="1576454"/>
                  <a:pt x="44036" y="1252604"/>
                </a:cubicBezTo>
                <a:cubicBezTo>
                  <a:pt x="127856" y="928754"/>
                  <a:pt x="369156" y="623954"/>
                  <a:pt x="607916" y="422024"/>
                </a:cubicBezTo>
                <a:cubicBezTo>
                  <a:pt x="846676" y="220094"/>
                  <a:pt x="1220056" y="60074"/>
                  <a:pt x="1461356" y="1054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591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CAB28F8D-ED3F-497F-86C0-79DFC33935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16362" y="1460672"/>
            <a:ext cx="4096621" cy="3936658"/>
          </a:xfrm>
          <a:custGeom>
            <a:avLst/>
            <a:gdLst>
              <a:gd name="connsiteX0" fmla="*/ 3169356 w 6544459"/>
              <a:gd name="connsiteY0" fmla="*/ 503 h 6298653"/>
              <a:gd name="connsiteX1" fmla="*/ 4200377 w 6544459"/>
              <a:gd name="connsiteY1" fmla="*/ 255092 h 6298653"/>
              <a:gd name="connsiteX2" fmla="*/ 4496201 w 6544459"/>
              <a:gd name="connsiteY2" fmla="*/ 317370 h 6298653"/>
              <a:gd name="connsiteX3" fmla="*/ 5757345 w 6544459"/>
              <a:gd name="connsiteY3" fmla="*/ 659903 h 6298653"/>
              <a:gd name="connsiteX4" fmla="*/ 6348993 w 6544459"/>
              <a:gd name="connsiteY4" fmla="*/ 2870797 h 6298653"/>
              <a:gd name="connsiteX5" fmla="*/ 5118988 w 6544459"/>
              <a:gd name="connsiteY5" fmla="*/ 3789408 h 6298653"/>
              <a:gd name="connsiteX6" fmla="*/ 2518850 w 6544459"/>
              <a:gd name="connsiteY6" fmla="*/ 6296127 h 6298653"/>
              <a:gd name="connsiteX7" fmla="*/ 214537 w 6544459"/>
              <a:gd name="connsiteY7" fmla="*/ 4832577 h 6298653"/>
              <a:gd name="connsiteX8" fmla="*/ 89980 w 6544459"/>
              <a:gd name="connsiteY8" fmla="*/ 2559404 h 6298653"/>
              <a:gd name="connsiteX9" fmla="*/ 1242136 w 6544459"/>
              <a:gd name="connsiteY9" fmla="*/ 862309 h 6298653"/>
              <a:gd name="connsiteX10" fmla="*/ 2985941 w 6544459"/>
              <a:gd name="connsiteY10" fmla="*/ 21546 h 6298653"/>
              <a:gd name="connsiteX11" fmla="*/ 3169356 w 6544459"/>
              <a:gd name="connsiteY11" fmla="*/ 503 h 6298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44459" h="6298653">
                <a:moveTo>
                  <a:pt x="3169356" y="503"/>
                </a:moveTo>
                <a:cubicBezTo>
                  <a:pt x="3592997" y="-11985"/>
                  <a:pt x="3980131" y="211951"/>
                  <a:pt x="4200377" y="255092"/>
                </a:cubicBezTo>
                <a:cubicBezTo>
                  <a:pt x="4200377" y="255092"/>
                  <a:pt x="4236706" y="249902"/>
                  <a:pt x="4496201" y="317370"/>
                </a:cubicBezTo>
                <a:cubicBezTo>
                  <a:pt x="4496201" y="317370"/>
                  <a:pt x="5333741" y="348412"/>
                  <a:pt x="5757345" y="659903"/>
                </a:cubicBezTo>
                <a:cubicBezTo>
                  <a:pt x="6959570" y="1543944"/>
                  <a:pt x="6455386" y="2349213"/>
                  <a:pt x="6348993" y="2870797"/>
                </a:cubicBezTo>
                <a:cubicBezTo>
                  <a:pt x="6242600" y="3392382"/>
                  <a:pt x="5757345" y="3218520"/>
                  <a:pt x="5118988" y="3789408"/>
                </a:cubicBezTo>
                <a:cubicBezTo>
                  <a:pt x="4480631" y="4360297"/>
                  <a:pt x="4053349" y="6239821"/>
                  <a:pt x="2518850" y="6296127"/>
                </a:cubicBezTo>
                <a:cubicBezTo>
                  <a:pt x="984352" y="6352433"/>
                  <a:pt x="619349" y="5455364"/>
                  <a:pt x="214537" y="4832577"/>
                </a:cubicBezTo>
                <a:cubicBezTo>
                  <a:pt x="9536" y="4235739"/>
                  <a:pt x="-81287" y="3221115"/>
                  <a:pt x="89980" y="2559404"/>
                </a:cubicBezTo>
                <a:cubicBezTo>
                  <a:pt x="261246" y="1897693"/>
                  <a:pt x="754286" y="1274906"/>
                  <a:pt x="1242136" y="862309"/>
                </a:cubicBezTo>
                <a:cubicBezTo>
                  <a:pt x="1729987" y="449712"/>
                  <a:pt x="2492901" y="122749"/>
                  <a:pt x="2985941" y="21546"/>
                </a:cubicBezTo>
                <a:cubicBezTo>
                  <a:pt x="3047571" y="8896"/>
                  <a:pt x="3108837" y="2287"/>
                  <a:pt x="3169356" y="50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1143000" dir="2700000" sx="84000" sy="84000" algn="tl" rotWithShape="0">
              <a:schemeClr val="tx1">
                <a:lumMod val="95000"/>
                <a:lumOff val="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708809F-1568-B58D-22D5-2499412CA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33944" y="5732682"/>
            <a:ext cx="742041" cy="83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048219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9BB823FC-C814-4CAD-945B-E4E48D7067E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21759" y="1381125"/>
            <a:ext cx="5634332" cy="4095750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4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83011131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A1740EC-C374-4A91-B382-0D556E5D1E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450126"/>
            <a:ext cx="12192000" cy="5407874"/>
          </a:xfrm>
          <a:custGeom>
            <a:avLst/>
            <a:gdLst>
              <a:gd name="connsiteX0" fmla="*/ 3930832 w 19477038"/>
              <a:gd name="connsiteY0" fmla="*/ 35 h 8652599"/>
              <a:gd name="connsiteX1" fmla="*/ 19477038 w 19477038"/>
              <a:gd name="connsiteY1" fmla="*/ 422999 h 8652599"/>
              <a:gd name="connsiteX2" fmla="*/ 19477038 w 19477038"/>
              <a:gd name="connsiteY2" fmla="*/ 8652599 h 8652599"/>
              <a:gd name="connsiteX3" fmla="*/ 0 w 19477038"/>
              <a:gd name="connsiteY3" fmla="*/ 8652599 h 8652599"/>
              <a:gd name="connsiteX4" fmla="*/ 0 w 19477038"/>
              <a:gd name="connsiteY4" fmla="*/ 422999 h 8652599"/>
              <a:gd name="connsiteX5" fmla="*/ 3930832 w 19477038"/>
              <a:gd name="connsiteY5" fmla="*/ 35 h 8652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477038" h="8652599">
                <a:moveTo>
                  <a:pt x="3930832" y="35"/>
                </a:moveTo>
                <a:cubicBezTo>
                  <a:pt x="9314928" y="-9889"/>
                  <a:pt x="13626820" y="2124595"/>
                  <a:pt x="19477038" y="422999"/>
                </a:cubicBezTo>
                <a:lnTo>
                  <a:pt x="19477038" y="8652599"/>
                </a:lnTo>
                <a:lnTo>
                  <a:pt x="0" y="8652599"/>
                </a:lnTo>
                <a:lnTo>
                  <a:pt x="0" y="422999"/>
                </a:lnTo>
                <a:cubicBezTo>
                  <a:pt x="1388765" y="118814"/>
                  <a:pt x="2688349" y="2325"/>
                  <a:pt x="3930832" y="35"/>
                </a:cubicBez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1B78-826D-4FE9-99FE-428C8E62A6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112747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DFA4E3F-9D1B-47B7-BB62-308CCEC16091}"/>
              </a:ext>
            </a:extLst>
          </p:cNvPr>
          <p:cNvGrpSpPr/>
          <p:nvPr userDrawn="1"/>
        </p:nvGrpSpPr>
        <p:grpSpPr>
          <a:xfrm>
            <a:off x="11624659" y="2943383"/>
            <a:ext cx="198146" cy="971236"/>
            <a:chOff x="15428633" y="4561123"/>
            <a:chExt cx="388619" cy="1907805"/>
          </a:xfrm>
        </p:grpSpPr>
        <p:sp>
          <p:nvSpPr>
            <p:cNvPr id="3" name="Freeform 85">
              <a:extLst>
                <a:ext uri="{FF2B5EF4-FFF2-40B4-BE49-F238E27FC236}">
                  <a16:creationId xmlns:a16="http://schemas.microsoft.com/office/drawing/2014/main" id="{2D409770-B21F-40DA-9125-896D421AAD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448546" y="5390938"/>
              <a:ext cx="348793" cy="280359"/>
            </a:xfrm>
            <a:custGeom>
              <a:avLst/>
              <a:gdLst>
                <a:gd name="T0" fmla="*/ 250282 w 462"/>
                <a:gd name="T1" fmla="*/ 24258 h 374"/>
                <a:gd name="T2" fmla="*/ 250282 w 462"/>
                <a:gd name="T3" fmla="*/ 24258 h 374"/>
                <a:gd name="T4" fmla="*/ 221508 w 462"/>
                <a:gd name="T5" fmla="*/ 33962 h 374"/>
                <a:gd name="T6" fmla="*/ 240510 w 462"/>
                <a:gd name="T7" fmla="*/ 5391 h 374"/>
                <a:gd name="T8" fmla="*/ 211192 w 462"/>
                <a:gd name="T9" fmla="*/ 19407 h 374"/>
                <a:gd name="T10" fmla="*/ 173189 w 462"/>
                <a:gd name="T11" fmla="*/ 0 h 374"/>
                <a:gd name="T12" fmla="*/ 119983 w 462"/>
                <a:gd name="T13" fmla="*/ 52829 h 374"/>
                <a:gd name="T14" fmla="*/ 124870 w 462"/>
                <a:gd name="T15" fmla="*/ 62532 h 374"/>
                <a:gd name="T16" fmla="*/ 19002 w 462"/>
                <a:gd name="T17" fmla="*/ 10242 h 374"/>
                <a:gd name="T18" fmla="*/ 9229 w 462"/>
                <a:gd name="T19" fmla="*/ 38813 h 374"/>
                <a:gd name="T20" fmla="*/ 33118 w 462"/>
                <a:gd name="T21" fmla="*/ 81400 h 374"/>
                <a:gd name="T22" fmla="*/ 9229 w 462"/>
                <a:gd name="T23" fmla="*/ 72236 h 374"/>
                <a:gd name="T24" fmla="*/ 9229 w 462"/>
                <a:gd name="T25" fmla="*/ 72236 h 374"/>
                <a:gd name="T26" fmla="*/ 53205 w 462"/>
                <a:gd name="T27" fmla="*/ 124526 h 374"/>
                <a:gd name="T28" fmla="*/ 38004 w 462"/>
                <a:gd name="T29" fmla="*/ 124526 h 374"/>
                <a:gd name="T30" fmla="*/ 28774 w 462"/>
                <a:gd name="T31" fmla="*/ 124526 h 374"/>
                <a:gd name="T32" fmla="*/ 77093 w 462"/>
                <a:gd name="T33" fmla="*/ 158487 h 374"/>
                <a:gd name="T34" fmla="*/ 14116 w 462"/>
                <a:gd name="T35" fmla="*/ 182206 h 374"/>
                <a:gd name="T36" fmla="*/ 0 w 462"/>
                <a:gd name="T37" fmla="*/ 182206 h 374"/>
                <a:gd name="T38" fmla="*/ 77093 w 462"/>
                <a:gd name="T39" fmla="*/ 201074 h 374"/>
                <a:gd name="T40" fmla="*/ 221508 w 462"/>
                <a:gd name="T41" fmla="*/ 57681 h 374"/>
                <a:gd name="T42" fmla="*/ 221508 w 462"/>
                <a:gd name="T43" fmla="*/ 52829 h 374"/>
                <a:gd name="T44" fmla="*/ 250282 w 462"/>
                <a:gd name="T45" fmla="*/ 24258 h 37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62" h="374">
                  <a:moveTo>
                    <a:pt x="461" y="45"/>
                  </a:moveTo>
                  <a:lnTo>
                    <a:pt x="461" y="45"/>
                  </a:lnTo>
                  <a:cubicBezTo>
                    <a:pt x="443" y="54"/>
                    <a:pt x="425" y="63"/>
                    <a:pt x="408" y="63"/>
                  </a:cubicBezTo>
                  <a:cubicBezTo>
                    <a:pt x="425" y="54"/>
                    <a:pt x="443" y="36"/>
                    <a:pt x="443" y="10"/>
                  </a:cubicBezTo>
                  <a:cubicBezTo>
                    <a:pt x="425" y="19"/>
                    <a:pt x="408" y="27"/>
                    <a:pt x="389" y="36"/>
                  </a:cubicBezTo>
                  <a:cubicBezTo>
                    <a:pt x="372" y="19"/>
                    <a:pt x="345" y="0"/>
                    <a:pt x="319" y="0"/>
                  </a:cubicBezTo>
                  <a:cubicBezTo>
                    <a:pt x="265" y="0"/>
                    <a:pt x="221" y="45"/>
                    <a:pt x="221" y="98"/>
                  </a:cubicBezTo>
                  <a:cubicBezTo>
                    <a:pt x="221" y="107"/>
                    <a:pt x="221" y="116"/>
                    <a:pt x="230" y="116"/>
                  </a:cubicBezTo>
                  <a:cubicBezTo>
                    <a:pt x="151" y="116"/>
                    <a:pt x="79" y="81"/>
                    <a:pt x="35" y="19"/>
                  </a:cubicBezTo>
                  <a:cubicBezTo>
                    <a:pt x="26" y="36"/>
                    <a:pt x="17" y="54"/>
                    <a:pt x="17" y="72"/>
                  </a:cubicBezTo>
                  <a:cubicBezTo>
                    <a:pt x="17" y="98"/>
                    <a:pt x="35" y="134"/>
                    <a:pt x="61" y="151"/>
                  </a:cubicBezTo>
                  <a:cubicBezTo>
                    <a:pt x="44" y="143"/>
                    <a:pt x="35" y="143"/>
                    <a:pt x="17" y="134"/>
                  </a:cubicBezTo>
                  <a:cubicBezTo>
                    <a:pt x="17" y="178"/>
                    <a:pt x="53" y="222"/>
                    <a:pt x="98" y="231"/>
                  </a:cubicBezTo>
                  <a:cubicBezTo>
                    <a:pt x="89" y="231"/>
                    <a:pt x="79" y="231"/>
                    <a:pt x="70" y="231"/>
                  </a:cubicBezTo>
                  <a:cubicBezTo>
                    <a:pt x="61" y="231"/>
                    <a:pt x="61" y="231"/>
                    <a:pt x="53" y="231"/>
                  </a:cubicBezTo>
                  <a:cubicBezTo>
                    <a:pt x="61" y="266"/>
                    <a:pt x="98" y="294"/>
                    <a:pt x="142" y="294"/>
                  </a:cubicBezTo>
                  <a:cubicBezTo>
                    <a:pt x="106" y="319"/>
                    <a:pt x="70" y="338"/>
                    <a:pt x="26" y="338"/>
                  </a:cubicBezTo>
                  <a:cubicBezTo>
                    <a:pt x="17" y="338"/>
                    <a:pt x="8" y="338"/>
                    <a:pt x="0" y="338"/>
                  </a:cubicBezTo>
                  <a:cubicBezTo>
                    <a:pt x="44" y="364"/>
                    <a:pt x="89" y="373"/>
                    <a:pt x="142" y="373"/>
                  </a:cubicBezTo>
                  <a:cubicBezTo>
                    <a:pt x="319" y="373"/>
                    <a:pt x="408" y="231"/>
                    <a:pt x="408" y="107"/>
                  </a:cubicBezTo>
                  <a:lnTo>
                    <a:pt x="408" y="98"/>
                  </a:lnTo>
                  <a:cubicBezTo>
                    <a:pt x="434" y="81"/>
                    <a:pt x="443" y="72"/>
                    <a:pt x="461" y="45"/>
                  </a:cubicBezTo>
                </a:path>
              </a:pathLst>
            </a:custGeom>
            <a:solidFill>
              <a:schemeClr val="bg1">
                <a:alpha val="25000"/>
              </a:schemeClr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 sz="591">
                <a:solidFill>
                  <a:schemeClr val="bg1">
                    <a:alpha val="70000"/>
                  </a:schemeClr>
                </a:solidFill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585AC31-AAB7-4EB6-BFF1-F6A69C584F37}"/>
                </a:ext>
              </a:extLst>
            </p:cNvPr>
            <p:cNvGrpSpPr/>
            <p:nvPr userDrawn="1"/>
          </p:nvGrpSpPr>
          <p:grpSpPr>
            <a:xfrm>
              <a:off x="15428633" y="6172173"/>
              <a:ext cx="388619" cy="296755"/>
              <a:chOff x="10541000" y="3240088"/>
              <a:chExt cx="1282701" cy="979487"/>
            </a:xfrm>
            <a:solidFill>
              <a:schemeClr val="bg1">
                <a:alpha val="25000"/>
              </a:schemeClr>
            </a:solidFill>
          </p:grpSpPr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D761A2A0-94AF-49CF-AD26-3AEACDD2C14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10541000" y="3240088"/>
                <a:ext cx="984250" cy="979487"/>
              </a:xfrm>
              <a:custGeom>
                <a:avLst/>
                <a:gdLst>
                  <a:gd name="T0" fmla="*/ 2709 w 2709"/>
                  <a:gd name="T1" fmla="*/ 1204 h 2709"/>
                  <a:gd name="T2" fmla="*/ 1445 w 2709"/>
                  <a:gd name="T3" fmla="*/ 1204 h 2709"/>
                  <a:gd name="T4" fmla="*/ 1445 w 2709"/>
                  <a:gd name="T5" fmla="*/ 1626 h 2709"/>
                  <a:gd name="T6" fmla="*/ 2216 w 2709"/>
                  <a:gd name="T7" fmla="*/ 1626 h 2709"/>
                  <a:gd name="T8" fmla="*/ 1355 w 2709"/>
                  <a:gd name="T9" fmla="*/ 2258 h 2709"/>
                  <a:gd name="T10" fmla="*/ 452 w 2709"/>
                  <a:gd name="T11" fmla="*/ 1355 h 2709"/>
                  <a:gd name="T12" fmla="*/ 1355 w 2709"/>
                  <a:gd name="T13" fmla="*/ 452 h 2709"/>
                  <a:gd name="T14" fmla="*/ 1997 w 2709"/>
                  <a:gd name="T15" fmla="*/ 720 h 2709"/>
                  <a:gd name="T16" fmla="*/ 2303 w 2709"/>
                  <a:gd name="T17" fmla="*/ 387 h 2709"/>
                  <a:gd name="T18" fmla="*/ 1355 w 2709"/>
                  <a:gd name="T19" fmla="*/ 0 h 2709"/>
                  <a:gd name="T20" fmla="*/ 0 w 2709"/>
                  <a:gd name="T21" fmla="*/ 1355 h 2709"/>
                  <a:gd name="T22" fmla="*/ 1355 w 2709"/>
                  <a:gd name="T23" fmla="*/ 2709 h 2709"/>
                  <a:gd name="T24" fmla="*/ 2709 w 2709"/>
                  <a:gd name="T25" fmla="*/ 1626 h 2709"/>
                  <a:gd name="T26" fmla="*/ 2709 w 2709"/>
                  <a:gd name="T27" fmla="*/ 1204 h 2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709" h="2709">
                    <a:moveTo>
                      <a:pt x="2709" y="1204"/>
                    </a:moveTo>
                    <a:lnTo>
                      <a:pt x="1445" y="1204"/>
                    </a:lnTo>
                    <a:lnTo>
                      <a:pt x="1445" y="1626"/>
                    </a:lnTo>
                    <a:lnTo>
                      <a:pt x="2216" y="1626"/>
                    </a:lnTo>
                    <a:cubicBezTo>
                      <a:pt x="2101" y="1992"/>
                      <a:pt x="1759" y="2258"/>
                      <a:pt x="1355" y="2258"/>
                    </a:cubicBezTo>
                    <a:cubicBezTo>
                      <a:pt x="856" y="2258"/>
                      <a:pt x="452" y="1854"/>
                      <a:pt x="452" y="1355"/>
                    </a:cubicBezTo>
                    <a:cubicBezTo>
                      <a:pt x="452" y="856"/>
                      <a:pt x="856" y="452"/>
                      <a:pt x="1355" y="452"/>
                    </a:cubicBezTo>
                    <a:cubicBezTo>
                      <a:pt x="1606" y="452"/>
                      <a:pt x="1833" y="554"/>
                      <a:pt x="1997" y="720"/>
                    </a:cubicBezTo>
                    <a:lnTo>
                      <a:pt x="2303" y="387"/>
                    </a:lnTo>
                    <a:cubicBezTo>
                      <a:pt x="2058" y="148"/>
                      <a:pt x="1724" y="0"/>
                      <a:pt x="1355" y="0"/>
                    </a:cubicBezTo>
                    <a:cubicBezTo>
                      <a:pt x="607" y="0"/>
                      <a:pt x="0" y="607"/>
                      <a:pt x="0" y="1355"/>
                    </a:cubicBezTo>
                    <a:cubicBezTo>
                      <a:pt x="0" y="2103"/>
                      <a:pt x="607" y="2709"/>
                      <a:pt x="1355" y="2709"/>
                    </a:cubicBezTo>
                    <a:cubicBezTo>
                      <a:pt x="2010" y="2709"/>
                      <a:pt x="2584" y="2244"/>
                      <a:pt x="2709" y="1626"/>
                    </a:cubicBezTo>
                    <a:lnTo>
                      <a:pt x="2709" y="12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591"/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66391F65-7FFA-45B7-B4E7-85C646E4137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11555413" y="3581400"/>
                <a:ext cx="268288" cy="268287"/>
              </a:xfrm>
              <a:custGeom>
                <a:avLst/>
                <a:gdLst>
                  <a:gd name="T0" fmla="*/ 739 w 739"/>
                  <a:gd name="T1" fmla="*/ 258 h 739"/>
                  <a:gd name="T2" fmla="*/ 480 w 739"/>
                  <a:gd name="T3" fmla="*/ 258 h 739"/>
                  <a:gd name="T4" fmla="*/ 480 w 739"/>
                  <a:gd name="T5" fmla="*/ 0 h 739"/>
                  <a:gd name="T6" fmla="*/ 258 w 739"/>
                  <a:gd name="T7" fmla="*/ 0 h 739"/>
                  <a:gd name="T8" fmla="*/ 258 w 739"/>
                  <a:gd name="T9" fmla="*/ 258 h 739"/>
                  <a:gd name="T10" fmla="*/ 0 w 739"/>
                  <a:gd name="T11" fmla="*/ 258 h 739"/>
                  <a:gd name="T12" fmla="*/ 0 w 739"/>
                  <a:gd name="T13" fmla="*/ 480 h 739"/>
                  <a:gd name="T14" fmla="*/ 258 w 739"/>
                  <a:gd name="T15" fmla="*/ 480 h 739"/>
                  <a:gd name="T16" fmla="*/ 258 w 739"/>
                  <a:gd name="T17" fmla="*/ 739 h 739"/>
                  <a:gd name="T18" fmla="*/ 480 w 739"/>
                  <a:gd name="T19" fmla="*/ 739 h 739"/>
                  <a:gd name="T20" fmla="*/ 480 w 739"/>
                  <a:gd name="T21" fmla="*/ 480 h 739"/>
                  <a:gd name="T22" fmla="*/ 739 w 739"/>
                  <a:gd name="T23" fmla="*/ 480 h 739"/>
                  <a:gd name="T24" fmla="*/ 739 w 739"/>
                  <a:gd name="T25" fmla="*/ 258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39" h="739">
                    <a:moveTo>
                      <a:pt x="739" y="258"/>
                    </a:moveTo>
                    <a:lnTo>
                      <a:pt x="480" y="258"/>
                    </a:lnTo>
                    <a:lnTo>
                      <a:pt x="480" y="0"/>
                    </a:lnTo>
                    <a:lnTo>
                      <a:pt x="258" y="0"/>
                    </a:lnTo>
                    <a:lnTo>
                      <a:pt x="258" y="258"/>
                    </a:lnTo>
                    <a:lnTo>
                      <a:pt x="0" y="258"/>
                    </a:lnTo>
                    <a:lnTo>
                      <a:pt x="0" y="480"/>
                    </a:lnTo>
                    <a:lnTo>
                      <a:pt x="258" y="480"/>
                    </a:lnTo>
                    <a:lnTo>
                      <a:pt x="258" y="739"/>
                    </a:lnTo>
                    <a:lnTo>
                      <a:pt x="480" y="739"/>
                    </a:lnTo>
                    <a:lnTo>
                      <a:pt x="480" y="480"/>
                    </a:lnTo>
                    <a:lnTo>
                      <a:pt x="739" y="480"/>
                    </a:lnTo>
                    <a:lnTo>
                      <a:pt x="739" y="2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591"/>
              </a:p>
            </p:txBody>
          </p:sp>
        </p:grpSp>
        <p:sp>
          <p:nvSpPr>
            <p:cNvPr id="5" name="Freeform 75">
              <a:extLst>
                <a:ext uri="{FF2B5EF4-FFF2-40B4-BE49-F238E27FC236}">
                  <a16:creationId xmlns:a16="http://schemas.microsoft.com/office/drawing/2014/main" id="{AFD0E213-1618-4481-8C6F-1EDC9CEC7F5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534382" y="4561123"/>
              <a:ext cx="177121" cy="328939"/>
            </a:xfrm>
            <a:custGeom>
              <a:avLst/>
              <a:gdLst>
                <a:gd name="T0" fmla="*/ 132814 w 249"/>
                <a:gd name="T1" fmla="*/ 43735 h 453"/>
                <a:gd name="T2" fmla="*/ 132814 w 249"/>
                <a:gd name="T3" fmla="*/ 43735 h 453"/>
                <a:gd name="T4" fmla="*/ 94791 w 249"/>
                <a:gd name="T5" fmla="*/ 43735 h 453"/>
                <a:gd name="T6" fmla="*/ 85687 w 249"/>
                <a:gd name="T7" fmla="*/ 58496 h 453"/>
                <a:gd name="T8" fmla="*/ 85687 w 249"/>
                <a:gd name="T9" fmla="*/ 87470 h 453"/>
                <a:gd name="T10" fmla="*/ 132814 w 249"/>
                <a:gd name="T11" fmla="*/ 87470 h 453"/>
                <a:gd name="T12" fmla="*/ 132814 w 249"/>
                <a:gd name="T13" fmla="*/ 126285 h 453"/>
                <a:gd name="T14" fmla="*/ 85687 w 249"/>
                <a:gd name="T15" fmla="*/ 126285 h 453"/>
                <a:gd name="T16" fmla="*/ 85687 w 249"/>
                <a:gd name="T17" fmla="*/ 247103 h 453"/>
                <a:gd name="T18" fmla="*/ 42308 w 249"/>
                <a:gd name="T19" fmla="*/ 247103 h 453"/>
                <a:gd name="T20" fmla="*/ 42308 w 249"/>
                <a:gd name="T21" fmla="*/ 126285 h 453"/>
                <a:gd name="T22" fmla="*/ 0 w 249"/>
                <a:gd name="T23" fmla="*/ 126285 h 453"/>
                <a:gd name="T24" fmla="*/ 0 w 249"/>
                <a:gd name="T25" fmla="*/ 87470 h 453"/>
                <a:gd name="T26" fmla="*/ 42308 w 249"/>
                <a:gd name="T27" fmla="*/ 87470 h 453"/>
                <a:gd name="T28" fmla="*/ 42308 w 249"/>
                <a:gd name="T29" fmla="*/ 63416 h 453"/>
                <a:gd name="T30" fmla="*/ 94791 w 249"/>
                <a:gd name="T31" fmla="*/ 0 h 453"/>
                <a:gd name="T32" fmla="*/ 132814 w 249"/>
                <a:gd name="T33" fmla="*/ 0 h 453"/>
                <a:gd name="T34" fmla="*/ 132814 w 249"/>
                <a:gd name="T35" fmla="*/ 43735 h 45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49" h="453">
                  <a:moveTo>
                    <a:pt x="248" y="80"/>
                  </a:moveTo>
                  <a:lnTo>
                    <a:pt x="248" y="80"/>
                  </a:lnTo>
                  <a:cubicBezTo>
                    <a:pt x="177" y="80"/>
                    <a:pt x="177" y="80"/>
                    <a:pt x="177" y="80"/>
                  </a:cubicBezTo>
                  <a:cubicBezTo>
                    <a:pt x="169" y="80"/>
                    <a:pt x="160" y="89"/>
                    <a:pt x="160" y="107"/>
                  </a:cubicBezTo>
                  <a:cubicBezTo>
                    <a:pt x="160" y="160"/>
                    <a:pt x="160" y="160"/>
                    <a:pt x="160" y="160"/>
                  </a:cubicBezTo>
                  <a:cubicBezTo>
                    <a:pt x="248" y="160"/>
                    <a:pt x="248" y="160"/>
                    <a:pt x="248" y="160"/>
                  </a:cubicBezTo>
                  <a:cubicBezTo>
                    <a:pt x="248" y="231"/>
                    <a:pt x="248" y="231"/>
                    <a:pt x="248" y="231"/>
                  </a:cubicBezTo>
                  <a:cubicBezTo>
                    <a:pt x="160" y="231"/>
                    <a:pt x="160" y="231"/>
                    <a:pt x="160" y="231"/>
                  </a:cubicBezTo>
                  <a:cubicBezTo>
                    <a:pt x="160" y="452"/>
                    <a:pt x="160" y="452"/>
                    <a:pt x="160" y="452"/>
                  </a:cubicBezTo>
                  <a:cubicBezTo>
                    <a:pt x="79" y="452"/>
                    <a:pt x="79" y="452"/>
                    <a:pt x="79" y="452"/>
                  </a:cubicBezTo>
                  <a:cubicBezTo>
                    <a:pt x="79" y="231"/>
                    <a:pt x="79" y="231"/>
                    <a:pt x="79" y="231"/>
                  </a:cubicBezTo>
                  <a:cubicBezTo>
                    <a:pt x="0" y="231"/>
                    <a:pt x="0" y="231"/>
                    <a:pt x="0" y="231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79" y="116"/>
                    <a:pt x="79" y="116"/>
                    <a:pt x="79" y="116"/>
                  </a:cubicBezTo>
                  <a:cubicBezTo>
                    <a:pt x="79" y="54"/>
                    <a:pt x="115" y="0"/>
                    <a:pt x="177" y="0"/>
                  </a:cubicBezTo>
                  <a:cubicBezTo>
                    <a:pt x="248" y="0"/>
                    <a:pt x="248" y="0"/>
                    <a:pt x="248" y="0"/>
                  </a:cubicBezTo>
                  <a:lnTo>
                    <a:pt x="248" y="80"/>
                  </a:lnTo>
                </a:path>
              </a:pathLst>
            </a:custGeom>
            <a:solidFill>
              <a:schemeClr val="bg1">
                <a:alpha val="25000"/>
              </a:schemeClr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 sz="591"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3F05494-52B7-418A-AFF3-D82E8817DA99}"/>
              </a:ext>
            </a:extLst>
          </p:cNvPr>
          <p:cNvSpPr txBox="1"/>
          <p:nvPr userDrawn="1"/>
        </p:nvSpPr>
        <p:spPr>
          <a:xfrm rot="10800000" flipV="1">
            <a:off x="11249310" y="6203547"/>
            <a:ext cx="948850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1750" b="0" i="0" smtClean="0">
                <a:solidFill>
                  <a:schemeClr val="bg1"/>
                </a:solidFill>
                <a:latin typeface="Nexa Light" panose="02000000000000000000" pitchFamily="50" charset="0"/>
                <a:ea typeface="Roboto Condensed" panose="02000000000000000000" pitchFamily="2" charset="0"/>
                <a:cs typeface="Segoe UI" panose="020B0502040204020203" pitchFamily="34" charset="0"/>
              </a:rPr>
              <a:pPr algn="ctr"/>
              <a:t>‹Nº›</a:t>
            </a:fld>
            <a:endParaRPr lang="id-ID" sz="5500" b="0" i="0">
              <a:solidFill>
                <a:schemeClr val="bg1"/>
              </a:solidFill>
              <a:latin typeface="Nexa Light" panose="02000000000000000000" pitchFamily="50" charset="0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163A50-5F6B-45FB-B195-4C151329B26E}"/>
              </a:ext>
            </a:extLst>
          </p:cNvPr>
          <p:cNvSpPr txBox="1"/>
          <p:nvPr userDrawn="1"/>
        </p:nvSpPr>
        <p:spPr>
          <a:xfrm rot="16200000" flipH="1">
            <a:off x="-745269" y="3315509"/>
            <a:ext cx="2227243" cy="22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875" strike="noStrike" spc="375">
                <a:solidFill>
                  <a:schemeClr val="bg1">
                    <a:alpha val="45000"/>
                  </a:schemeClr>
                </a:solidFill>
                <a:latin typeface="Nexa Light" panose="02000000000000000000" pitchFamily="50" charset="0"/>
                <a:ea typeface="Roboto Condensed" panose="02000000000000000000" pitchFamily="2" charset="0"/>
                <a:cs typeface="Segoe UI" panose="020B0502040204020203" pitchFamily="34" charset="0"/>
              </a:rPr>
              <a:t>WWW.WEBSITE.COM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A12835-BD08-4AF0-BF32-2EC61A93A240}"/>
              </a:ext>
            </a:extLst>
          </p:cNvPr>
          <p:cNvGrpSpPr/>
          <p:nvPr userDrawn="1"/>
        </p:nvGrpSpPr>
        <p:grpSpPr>
          <a:xfrm>
            <a:off x="3" y="5439262"/>
            <a:ext cx="1131447" cy="1418739"/>
            <a:chOff x="-2861" y="5931257"/>
            <a:chExt cx="4014423" cy="5041543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D6FAD25-B43D-4563-BFB6-9211A4066E37}"/>
                </a:ext>
              </a:extLst>
            </p:cNvPr>
            <p:cNvSpPr/>
            <p:nvPr userDrawn="1"/>
          </p:nvSpPr>
          <p:spPr>
            <a:xfrm>
              <a:off x="-2861" y="7093454"/>
              <a:ext cx="4014423" cy="3879346"/>
            </a:xfrm>
            <a:custGeom>
              <a:avLst/>
              <a:gdLst>
                <a:gd name="connsiteX0" fmla="*/ 0 w 3816138"/>
                <a:gd name="connsiteY0" fmla="*/ 0 h 3981450"/>
                <a:gd name="connsiteX1" fmla="*/ 3238500 w 3816138"/>
                <a:gd name="connsiteY1" fmla="*/ 1809750 h 3981450"/>
                <a:gd name="connsiteX2" fmla="*/ 3657600 w 3816138"/>
                <a:gd name="connsiteY2" fmla="*/ 3981450 h 3981450"/>
                <a:gd name="connsiteX3" fmla="*/ 38100 w 3816138"/>
                <a:gd name="connsiteY3" fmla="*/ 3962400 h 3981450"/>
                <a:gd name="connsiteX4" fmla="*/ 0 w 3816138"/>
                <a:gd name="connsiteY4" fmla="*/ 0 h 3981450"/>
                <a:gd name="connsiteX0" fmla="*/ 0 w 3816138"/>
                <a:gd name="connsiteY0" fmla="*/ 0 h 3981450"/>
                <a:gd name="connsiteX1" fmla="*/ 3238500 w 3816138"/>
                <a:gd name="connsiteY1" fmla="*/ 1809750 h 3981450"/>
                <a:gd name="connsiteX2" fmla="*/ 3657600 w 3816138"/>
                <a:gd name="connsiteY2" fmla="*/ 3981450 h 3981450"/>
                <a:gd name="connsiteX3" fmla="*/ 38100 w 3816138"/>
                <a:gd name="connsiteY3" fmla="*/ 3962400 h 3981450"/>
                <a:gd name="connsiteX4" fmla="*/ 0 w 3816138"/>
                <a:gd name="connsiteY4" fmla="*/ 0 h 3981450"/>
                <a:gd name="connsiteX0" fmla="*/ 0 w 3876554"/>
                <a:gd name="connsiteY0" fmla="*/ 0 h 3981450"/>
                <a:gd name="connsiteX1" fmla="*/ 3409950 w 3876554"/>
                <a:gd name="connsiteY1" fmla="*/ 2076450 h 3981450"/>
                <a:gd name="connsiteX2" fmla="*/ 3657600 w 3876554"/>
                <a:gd name="connsiteY2" fmla="*/ 3981450 h 3981450"/>
                <a:gd name="connsiteX3" fmla="*/ 38100 w 3876554"/>
                <a:gd name="connsiteY3" fmla="*/ 3962400 h 3981450"/>
                <a:gd name="connsiteX4" fmla="*/ 0 w 3876554"/>
                <a:gd name="connsiteY4" fmla="*/ 0 h 3981450"/>
                <a:gd name="connsiteX0" fmla="*/ 0 w 3916378"/>
                <a:gd name="connsiteY0" fmla="*/ 0 h 3981450"/>
                <a:gd name="connsiteX1" fmla="*/ 3409950 w 3916378"/>
                <a:gd name="connsiteY1" fmla="*/ 2076450 h 3981450"/>
                <a:gd name="connsiteX2" fmla="*/ 3657600 w 3916378"/>
                <a:gd name="connsiteY2" fmla="*/ 3981450 h 3981450"/>
                <a:gd name="connsiteX3" fmla="*/ 38100 w 3916378"/>
                <a:gd name="connsiteY3" fmla="*/ 3962400 h 3981450"/>
                <a:gd name="connsiteX4" fmla="*/ 0 w 3916378"/>
                <a:gd name="connsiteY4" fmla="*/ 0 h 3981450"/>
                <a:gd name="connsiteX0" fmla="*/ 0 w 3873335"/>
                <a:gd name="connsiteY0" fmla="*/ 0 h 3981450"/>
                <a:gd name="connsiteX1" fmla="*/ 3409950 w 3873335"/>
                <a:gd name="connsiteY1" fmla="*/ 2076450 h 3981450"/>
                <a:gd name="connsiteX2" fmla="*/ 3657600 w 3873335"/>
                <a:gd name="connsiteY2" fmla="*/ 3981450 h 3981450"/>
                <a:gd name="connsiteX3" fmla="*/ 38100 w 3873335"/>
                <a:gd name="connsiteY3" fmla="*/ 3962400 h 3981450"/>
                <a:gd name="connsiteX4" fmla="*/ 0 w 3873335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38100 w 3786126"/>
                <a:gd name="connsiteY3" fmla="*/ 396240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4032226"/>
                <a:gd name="connsiteY0" fmla="*/ 0 h 4003693"/>
                <a:gd name="connsiteX1" fmla="*/ 3409950 w 4032226"/>
                <a:gd name="connsiteY1" fmla="*/ 2076450 h 4003693"/>
                <a:gd name="connsiteX2" fmla="*/ 3943350 w 4032226"/>
                <a:gd name="connsiteY2" fmla="*/ 4003693 h 4003693"/>
                <a:gd name="connsiteX3" fmla="*/ 0 w 4032226"/>
                <a:gd name="connsiteY3" fmla="*/ 3981450 h 4003693"/>
                <a:gd name="connsiteX4" fmla="*/ 0 w 4032226"/>
                <a:gd name="connsiteY4" fmla="*/ 0 h 4003693"/>
                <a:gd name="connsiteX0" fmla="*/ 0 w 3948509"/>
                <a:gd name="connsiteY0" fmla="*/ 0 h 4003693"/>
                <a:gd name="connsiteX1" fmla="*/ 3409950 w 3948509"/>
                <a:gd name="connsiteY1" fmla="*/ 2076450 h 4003693"/>
                <a:gd name="connsiteX2" fmla="*/ 3943350 w 3948509"/>
                <a:gd name="connsiteY2" fmla="*/ 4003693 h 4003693"/>
                <a:gd name="connsiteX3" fmla="*/ 0 w 3948509"/>
                <a:gd name="connsiteY3" fmla="*/ 3981450 h 4003693"/>
                <a:gd name="connsiteX4" fmla="*/ 0 w 3948509"/>
                <a:gd name="connsiteY4" fmla="*/ 0 h 4003693"/>
                <a:gd name="connsiteX0" fmla="*/ 0 w 3943350"/>
                <a:gd name="connsiteY0" fmla="*/ 0 h 4003693"/>
                <a:gd name="connsiteX1" fmla="*/ 3333750 w 3943350"/>
                <a:gd name="connsiteY1" fmla="*/ 1942994 h 4003693"/>
                <a:gd name="connsiteX2" fmla="*/ 3943350 w 3943350"/>
                <a:gd name="connsiteY2" fmla="*/ 4003693 h 4003693"/>
                <a:gd name="connsiteX3" fmla="*/ 0 w 3943350"/>
                <a:gd name="connsiteY3" fmla="*/ 3981450 h 4003693"/>
                <a:gd name="connsiteX4" fmla="*/ 0 w 3943350"/>
                <a:gd name="connsiteY4" fmla="*/ 0 h 4003693"/>
                <a:gd name="connsiteX0" fmla="*/ 0 w 4152900"/>
                <a:gd name="connsiteY0" fmla="*/ 0 h 3981450"/>
                <a:gd name="connsiteX1" fmla="*/ 3333750 w 4152900"/>
                <a:gd name="connsiteY1" fmla="*/ 1942994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333750 w 4152900"/>
                <a:gd name="connsiteY1" fmla="*/ 1942994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200400 w 4152900"/>
                <a:gd name="connsiteY1" fmla="*/ 1720566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200400 w 4152900"/>
                <a:gd name="connsiteY1" fmla="*/ 1720566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2900" h="3981450">
                  <a:moveTo>
                    <a:pt x="0" y="0"/>
                  </a:moveTo>
                  <a:cubicBezTo>
                    <a:pt x="762000" y="1189072"/>
                    <a:pt x="2584450" y="1190447"/>
                    <a:pt x="3200400" y="1720566"/>
                  </a:cubicBezTo>
                  <a:cubicBezTo>
                    <a:pt x="3816350" y="2250685"/>
                    <a:pt x="3971925" y="2641175"/>
                    <a:pt x="4152900" y="3981450"/>
                  </a:cubicBezTo>
                  <a:lnTo>
                    <a:pt x="0" y="398145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alpha val="4000"/>
                  </a:schemeClr>
                </a:gs>
                <a:gs pos="0">
                  <a:srgbClr val="181B2C">
                    <a:alpha val="3000"/>
                  </a:srgbClr>
                </a:gs>
                <a:gs pos="55000">
                  <a:schemeClr val="accent5">
                    <a:alpha val="33000"/>
                  </a:schemeClr>
                </a:gs>
              </a:gsLst>
              <a:lin ang="18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591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3A6F6AF-0E6C-4D5A-B558-A80EA358FB4F}"/>
                </a:ext>
              </a:extLst>
            </p:cNvPr>
            <p:cNvSpPr/>
            <p:nvPr userDrawn="1"/>
          </p:nvSpPr>
          <p:spPr>
            <a:xfrm>
              <a:off x="0" y="5931257"/>
              <a:ext cx="1189942" cy="2524513"/>
            </a:xfrm>
            <a:custGeom>
              <a:avLst/>
              <a:gdLst>
                <a:gd name="connsiteX0" fmla="*/ 0 w 1189942"/>
                <a:gd name="connsiteY0" fmla="*/ 0 h 2524513"/>
                <a:gd name="connsiteX1" fmla="*/ 175601 w 1189942"/>
                <a:gd name="connsiteY1" fmla="*/ 17702 h 2524513"/>
                <a:gd name="connsiteX2" fmla="*/ 1189942 w 1189942"/>
                <a:gd name="connsiteY2" fmla="*/ 1262256 h 2524513"/>
                <a:gd name="connsiteX3" fmla="*/ 175601 w 1189942"/>
                <a:gd name="connsiteY3" fmla="*/ 2506811 h 2524513"/>
                <a:gd name="connsiteX4" fmla="*/ 0 w 1189942"/>
                <a:gd name="connsiteY4" fmla="*/ 2524513 h 2524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9942" h="2524513">
                  <a:moveTo>
                    <a:pt x="0" y="0"/>
                  </a:moveTo>
                  <a:lnTo>
                    <a:pt x="175601" y="17702"/>
                  </a:lnTo>
                  <a:cubicBezTo>
                    <a:pt x="754484" y="136158"/>
                    <a:pt x="1189942" y="648354"/>
                    <a:pt x="1189942" y="1262256"/>
                  </a:cubicBezTo>
                  <a:cubicBezTo>
                    <a:pt x="1189942" y="1876159"/>
                    <a:pt x="754484" y="2388354"/>
                    <a:pt x="175601" y="2506811"/>
                  </a:cubicBezTo>
                  <a:lnTo>
                    <a:pt x="0" y="2524513"/>
                  </a:lnTo>
                  <a:close/>
                </a:path>
              </a:pathLst>
            </a:custGeom>
            <a:gradFill>
              <a:gsLst>
                <a:gs pos="2000">
                  <a:schemeClr val="accent1"/>
                </a:gs>
                <a:gs pos="100000">
                  <a:schemeClr val="accent5"/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1270000" dist="6223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591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A6BFF63-1E5E-4834-953A-C8B2FDC97293}"/>
              </a:ext>
            </a:extLst>
          </p:cNvPr>
          <p:cNvGrpSpPr/>
          <p:nvPr userDrawn="1"/>
        </p:nvGrpSpPr>
        <p:grpSpPr>
          <a:xfrm>
            <a:off x="10397095" y="2"/>
            <a:ext cx="1803744" cy="2061120"/>
            <a:chOff x="13922478" y="2"/>
            <a:chExt cx="5568680" cy="637312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0EF7E71-1C57-47EF-A447-B62B6179094B}"/>
                </a:ext>
              </a:extLst>
            </p:cNvPr>
            <p:cNvSpPr/>
            <p:nvPr userDrawn="1"/>
          </p:nvSpPr>
          <p:spPr>
            <a:xfrm>
              <a:off x="13922478" y="2"/>
              <a:ext cx="5558654" cy="4717968"/>
            </a:xfrm>
            <a:custGeom>
              <a:avLst/>
              <a:gdLst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671011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671011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839453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839453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54071"/>
                <a:gd name="connsiteX1" fmla="*/ 2502569 w 6039853"/>
                <a:gd name="connsiteY1" fmla="*/ 1925053 h 6354071"/>
                <a:gd name="connsiteX2" fmla="*/ 2839453 w 6039853"/>
                <a:gd name="connsiteY2" fmla="*/ 4932948 h 6354071"/>
                <a:gd name="connsiteX3" fmla="*/ 6039853 w 6039853"/>
                <a:gd name="connsiteY3" fmla="*/ 6304548 h 6354071"/>
                <a:gd name="connsiteX4" fmla="*/ 5967664 w 6039853"/>
                <a:gd name="connsiteY4" fmla="*/ 0 h 6354071"/>
                <a:gd name="connsiteX5" fmla="*/ 0 w 6039853"/>
                <a:gd name="connsiteY5" fmla="*/ 0 h 6354071"/>
                <a:gd name="connsiteX0" fmla="*/ 0 w 6039853"/>
                <a:gd name="connsiteY0" fmla="*/ 0 h 6354071"/>
                <a:gd name="connsiteX1" fmla="*/ 2502569 w 6039853"/>
                <a:gd name="connsiteY1" fmla="*/ 1925053 h 6354071"/>
                <a:gd name="connsiteX2" fmla="*/ 2839453 w 6039853"/>
                <a:gd name="connsiteY2" fmla="*/ 4932948 h 6354071"/>
                <a:gd name="connsiteX3" fmla="*/ 6039853 w 6039853"/>
                <a:gd name="connsiteY3" fmla="*/ 6304548 h 6354071"/>
                <a:gd name="connsiteX4" fmla="*/ 6005764 w 6039853"/>
                <a:gd name="connsiteY4" fmla="*/ 0 h 6354071"/>
                <a:gd name="connsiteX5" fmla="*/ 0 w 6039853"/>
                <a:gd name="connsiteY5" fmla="*/ 0 h 6354071"/>
                <a:gd name="connsiteX0" fmla="*/ 0 w 6005764"/>
                <a:gd name="connsiteY0" fmla="*/ 0 h 6290613"/>
                <a:gd name="connsiteX1" fmla="*/ 2502569 w 6005764"/>
                <a:gd name="connsiteY1" fmla="*/ 1925053 h 6290613"/>
                <a:gd name="connsiteX2" fmla="*/ 2839453 w 6005764"/>
                <a:gd name="connsiteY2" fmla="*/ 4932948 h 6290613"/>
                <a:gd name="connsiteX3" fmla="*/ 6001753 w 6005764"/>
                <a:gd name="connsiteY3" fmla="*/ 6266448 h 6290613"/>
                <a:gd name="connsiteX4" fmla="*/ 6005764 w 6005764"/>
                <a:gd name="connsiteY4" fmla="*/ 0 h 6290613"/>
                <a:gd name="connsiteX5" fmla="*/ 0 w 6005764"/>
                <a:gd name="connsiteY5" fmla="*/ 0 h 6290613"/>
                <a:gd name="connsiteX0" fmla="*/ 0 w 6005764"/>
                <a:gd name="connsiteY0" fmla="*/ 0 h 6300010"/>
                <a:gd name="connsiteX1" fmla="*/ 2502569 w 6005764"/>
                <a:gd name="connsiteY1" fmla="*/ 1925053 h 6300010"/>
                <a:gd name="connsiteX2" fmla="*/ 2839453 w 6005764"/>
                <a:gd name="connsiteY2" fmla="*/ 4932948 h 6300010"/>
                <a:gd name="connsiteX3" fmla="*/ 6001753 w 6005764"/>
                <a:gd name="connsiteY3" fmla="*/ 6266448 h 6300010"/>
                <a:gd name="connsiteX4" fmla="*/ 6005764 w 6005764"/>
                <a:gd name="connsiteY4" fmla="*/ 0 h 6300010"/>
                <a:gd name="connsiteX5" fmla="*/ 0 w 6005764"/>
                <a:gd name="connsiteY5" fmla="*/ 0 h 6300010"/>
                <a:gd name="connsiteX0" fmla="*/ 0 w 6005764"/>
                <a:gd name="connsiteY0" fmla="*/ 0 h 6301252"/>
                <a:gd name="connsiteX1" fmla="*/ 2502569 w 6005764"/>
                <a:gd name="connsiteY1" fmla="*/ 1925053 h 6301252"/>
                <a:gd name="connsiteX2" fmla="*/ 2839453 w 6005764"/>
                <a:gd name="connsiteY2" fmla="*/ 4932948 h 6301252"/>
                <a:gd name="connsiteX3" fmla="*/ 6001753 w 6005764"/>
                <a:gd name="connsiteY3" fmla="*/ 6266448 h 6301252"/>
                <a:gd name="connsiteX4" fmla="*/ 6005764 w 6005764"/>
                <a:gd name="connsiteY4" fmla="*/ 0 h 6301252"/>
                <a:gd name="connsiteX5" fmla="*/ 0 w 6005764"/>
                <a:gd name="connsiteY5" fmla="*/ 0 h 6301252"/>
                <a:gd name="connsiteX0" fmla="*/ 0 w 6005764"/>
                <a:gd name="connsiteY0" fmla="*/ 0 h 6328404"/>
                <a:gd name="connsiteX1" fmla="*/ 2502569 w 6005764"/>
                <a:gd name="connsiteY1" fmla="*/ 1925053 h 6328404"/>
                <a:gd name="connsiteX2" fmla="*/ 2839453 w 6005764"/>
                <a:gd name="connsiteY2" fmla="*/ 4932948 h 6328404"/>
                <a:gd name="connsiteX3" fmla="*/ 6001753 w 6005764"/>
                <a:gd name="connsiteY3" fmla="*/ 6266448 h 6328404"/>
                <a:gd name="connsiteX4" fmla="*/ 6005764 w 6005764"/>
                <a:gd name="connsiteY4" fmla="*/ 0 h 6328404"/>
                <a:gd name="connsiteX5" fmla="*/ 0 w 6005764"/>
                <a:gd name="connsiteY5" fmla="*/ 0 h 6328404"/>
                <a:gd name="connsiteX0" fmla="*/ 0 w 6005764"/>
                <a:gd name="connsiteY0" fmla="*/ 0 h 6321734"/>
                <a:gd name="connsiteX1" fmla="*/ 2502569 w 6005764"/>
                <a:gd name="connsiteY1" fmla="*/ 1925053 h 6321734"/>
                <a:gd name="connsiteX2" fmla="*/ 3273143 w 6005764"/>
                <a:gd name="connsiteY2" fmla="*/ 4856415 h 6321734"/>
                <a:gd name="connsiteX3" fmla="*/ 6001753 w 6005764"/>
                <a:gd name="connsiteY3" fmla="*/ 6266448 h 6321734"/>
                <a:gd name="connsiteX4" fmla="*/ 6005764 w 6005764"/>
                <a:gd name="connsiteY4" fmla="*/ 0 h 6321734"/>
                <a:gd name="connsiteX5" fmla="*/ 0 w 6005764"/>
                <a:gd name="connsiteY5" fmla="*/ 0 h 6321734"/>
                <a:gd name="connsiteX0" fmla="*/ 0 w 6005764"/>
                <a:gd name="connsiteY0" fmla="*/ 0 h 6312022"/>
                <a:gd name="connsiteX1" fmla="*/ 2502569 w 6005764"/>
                <a:gd name="connsiteY1" fmla="*/ 1925053 h 6312022"/>
                <a:gd name="connsiteX2" fmla="*/ 3273143 w 6005764"/>
                <a:gd name="connsiteY2" fmla="*/ 4856415 h 6312022"/>
                <a:gd name="connsiteX3" fmla="*/ 6001753 w 6005764"/>
                <a:gd name="connsiteY3" fmla="*/ 6266448 h 6312022"/>
                <a:gd name="connsiteX4" fmla="*/ 6005764 w 6005764"/>
                <a:gd name="connsiteY4" fmla="*/ 0 h 6312022"/>
                <a:gd name="connsiteX5" fmla="*/ 0 w 6005764"/>
                <a:gd name="connsiteY5" fmla="*/ 0 h 6312022"/>
                <a:gd name="connsiteX0" fmla="*/ 0 w 6005764"/>
                <a:gd name="connsiteY0" fmla="*/ 0 h 6312023"/>
                <a:gd name="connsiteX1" fmla="*/ 2502569 w 6005764"/>
                <a:gd name="connsiteY1" fmla="*/ 1925053 h 6312023"/>
                <a:gd name="connsiteX2" fmla="*/ 3145587 w 6005764"/>
                <a:gd name="connsiteY2" fmla="*/ 4856415 h 6312023"/>
                <a:gd name="connsiteX3" fmla="*/ 6001753 w 6005764"/>
                <a:gd name="connsiteY3" fmla="*/ 6266448 h 6312023"/>
                <a:gd name="connsiteX4" fmla="*/ 6005764 w 6005764"/>
                <a:gd name="connsiteY4" fmla="*/ 0 h 6312023"/>
                <a:gd name="connsiteX5" fmla="*/ 0 w 6005764"/>
                <a:gd name="connsiteY5" fmla="*/ 0 h 6312023"/>
                <a:gd name="connsiteX0" fmla="*/ 0 w 6005764"/>
                <a:gd name="connsiteY0" fmla="*/ 0 h 6318150"/>
                <a:gd name="connsiteX1" fmla="*/ 2502569 w 6005764"/>
                <a:gd name="connsiteY1" fmla="*/ 1925053 h 6318150"/>
                <a:gd name="connsiteX2" fmla="*/ 3145587 w 6005764"/>
                <a:gd name="connsiteY2" fmla="*/ 4856415 h 6318150"/>
                <a:gd name="connsiteX3" fmla="*/ 6001753 w 6005764"/>
                <a:gd name="connsiteY3" fmla="*/ 6266448 h 6318150"/>
                <a:gd name="connsiteX4" fmla="*/ 6005764 w 6005764"/>
                <a:gd name="connsiteY4" fmla="*/ 0 h 6318150"/>
                <a:gd name="connsiteX5" fmla="*/ 0 w 6005764"/>
                <a:gd name="connsiteY5" fmla="*/ 0 h 631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05764" h="6318150">
                  <a:moveTo>
                    <a:pt x="0" y="0"/>
                  </a:moveTo>
                  <a:cubicBezTo>
                    <a:pt x="66174" y="1417720"/>
                    <a:pt x="1978305" y="1115651"/>
                    <a:pt x="2502569" y="1925053"/>
                  </a:cubicBezTo>
                  <a:cubicBezTo>
                    <a:pt x="3026834" y="2734456"/>
                    <a:pt x="2714790" y="3661059"/>
                    <a:pt x="3145587" y="4856415"/>
                  </a:cubicBezTo>
                  <a:cubicBezTo>
                    <a:pt x="3576384" y="6051771"/>
                    <a:pt x="4643187" y="6477001"/>
                    <a:pt x="6001753" y="6266448"/>
                  </a:cubicBezTo>
                  <a:lnTo>
                    <a:pt x="6005764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40000"/>
                  </a:schemeClr>
                </a:gs>
                <a:gs pos="0">
                  <a:srgbClr val="181B2C">
                    <a:alpha val="25000"/>
                  </a:srgbClr>
                </a:gs>
                <a:gs pos="55000">
                  <a:schemeClr val="accent5">
                    <a:alpha val="44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591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14B4566-8CB4-4704-9391-777F4096DE8F}"/>
                </a:ext>
              </a:extLst>
            </p:cNvPr>
            <p:cNvSpPr/>
            <p:nvPr userDrawn="1"/>
          </p:nvSpPr>
          <p:spPr>
            <a:xfrm>
              <a:off x="17828114" y="1072550"/>
              <a:ext cx="1663044" cy="5300581"/>
            </a:xfrm>
            <a:custGeom>
              <a:avLst/>
              <a:gdLst>
                <a:gd name="connsiteX0" fmla="*/ 2561234 w 2585297"/>
                <a:gd name="connsiteY0" fmla="*/ 0 h 6906127"/>
                <a:gd name="connsiteX1" fmla="*/ 780560 w 2585297"/>
                <a:gd name="connsiteY1" fmla="*/ 1852863 h 6906127"/>
                <a:gd name="connsiteX2" fmla="*/ 82728 w 2585297"/>
                <a:gd name="connsiteY2" fmla="*/ 4932948 h 6906127"/>
                <a:gd name="connsiteX3" fmla="*/ 2585297 w 2585297"/>
                <a:gd name="connsiteY3" fmla="*/ 6906127 h 6906127"/>
                <a:gd name="connsiteX4" fmla="*/ 2561234 w 2585297"/>
                <a:gd name="connsiteY4" fmla="*/ 0 h 6906127"/>
                <a:gd name="connsiteX0" fmla="*/ 2561234 w 2585297"/>
                <a:gd name="connsiteY0" fmla="*/ 10370 h 6916497"/>
                <a:gd name="connsiteX1" fmla="*/ 780560 w 2585297"/>
                <a:gd name="connsiteY1" fmla="*/ 1863233 h 6916497"/>
                <a:gd name="connsiteX2" fmla="*/ 82728 w 2585297"/>
                <a:gd name="connsiteY2" fmla="*/ 4943318 h 6916497"/>
                <a:gd name="connsiteX3" fmla="*/ 2585297 w 2585297"/>
                <a:gd name="connsiteY3" fmla="*/ 6916497 h 6916497"/>
                <a:gd name="connsiteX4" fmla="*/ 2561234 w 2585297"/>
                <a:gd name="connsiteY4" fmla="*/ 10370 h 6916497"/>
                <a:gd name="connsiteX0" fmla="*/ 2547392 w 2571455"/>
                <a:gd name="connsiteY0" fmla="*/ 8277 h 6914404"/>
                <a:gd name="connsiteX1" fmla="*/ 938168 w 2571455"/>
                <a:gd name="connsiteY1" fmla="*/ 2184990 h 6914404"/>
                <a:gd name="connsiteX2" fmla="*/ 68886 w 2571455"/>
                <a:gd name="connsiteY2" fmla="*/ 4941225 h 6914404"/>
                <a:gd name="connsiteX3" fmla="*/ 2571455 w 2571455"/>
                <a:gd name="connsiteY3" fmla="*/ 6914404 h 6914404"/>
                <a:gd name="connsiteX4" fmla="*/ 2547392 w 2571455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17149 w 2541212"/>
                <a:gd name="connsiteY0" fmla="*/ 8277 h 6914404"/>
                <a:gd name="connsiteX1" fmla="*/ 907925 w 2541212"/>
                <a:gd name="connsiteY1" fmla="*/ 2184990 h 6914404"/>
                <a:gd name="connsiteX2" fmla="*/ 38643 w 2541212"/>
                <a:gd name="connsiteY2" fmla="*/ 4941225 h 6914404"/>
                <a:gd name="connsiteX3" fmla="*/ 2541212 w 2541212"/>
                <a:gd name="connsiteY3" fmla="*/ 6914404 h 6914404"/>
                <a:gd name="connsiteX4" fmla="*/ 2517149 w 2541212"/>
                <a:gd name="connsiteY4" fmla="*/ 8277 h 6914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1212" h="6914404">
                  <a:moveTo>
                    <a:pt x="2517149" y="8277"/>
                  </a:moveTo>
                  <a:cubicBezTo>
                    <a:pt x="614154" y="-124071"/>
                    <a:pt x="1321009" y="1362832"/>
                    <a:pt x="907925" y="2184990"/>
                  </a:cubicBezTo>
                  <a:cubicBezTo>
                    <a:pt x="494841" y="3007148"/>
                    <a:pt x="-166896" y="3508464"/>
                    <a:pt x="38643" y="4941225"/>
                  </a:cubicBezTo>
                  <a:cubicBezTo>
                    <a:pt x="358482" y="6183486"/>
                    <a:pt x="1573672" y="6806120"/>
                    <a:pt x="2541212" y="6914404"/>
                  </a:cubicBezTo>
                  <a:lnTo>
                    <a:pt x="2517149" y="8277"/>
                  </a:lnTo>
                  <a:close/>
                </a:path>
              </a:pathLst>
            </a:custGeom>
            <a:gradFill>
              <a:gsLst>
                <a:gs pos="2000">
                  <a:schemeClr val="accent1"/>
                </a:gs>
                <a:gs pos="100000">
                  <a:schemeClr val="accent5"/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591"/>
            </a:p>
          </p:txBody>
        </p:sp>
      </p:grpSp>
      <p:pic>
        <p:nvPicPr>
          <p:cNvPr id="18" name="Imagen 17">
            <a:extLst>
              <a:ext uri="{FF2B5EF4-FFF2-40B4-BE49-F238E27FC236}">
                <a16:creationId xmlns:a16="http://schemas.microsoft.com/office/drawing/2014/main" id="{A48E9C84-34A8-F7B6-AD1F-FFB0D0DB61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025" y="422494"/>
            <a:ext cx="742041" cy="83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626134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1B78-826D-4FE9-99FE-428C8E62A634}" type="slidenum">
              <a:rPr lang="en-US" smtClean="0"/>
              <a:t>‹Nº›</a:t>
            </a:fld>
            <a:endParaRPr lang="en-US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05FC43A-0BCB-4504-8C3C-5BEBD6B73F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93676" y="1529616"/>
            <a:ext cx="3804655" cy="3798771"/>
          </a:xfrm>
          <a:custGeom>
            <a:avLst/>
            <a:gdLst>
              <a:gd name="connsiteX0" fmla="*/ 1857828 w 3715656"/>
              <a:gd name="connsiteY0" fmla="*/ 0 h 3715654"/>
              <a:gd name="connsiteX1" fmla="*/ 3715656 w 3715656"/>
              <a:gd name="connsiteY1" fmla="*/ 1857827 h 3715654"/>
              <a:gd name="connsiteX2" fmla="*/ 1857828 w 3715656"/>
              <a:gd name="connsiteY2" fmla="*/ 3715654 h 3715654"/>
              <a:gd name="connsiteX3" fmla="*/ 0 w 3715656"/>
              <a:gd name="connsiteY3" fmla="*/ 1857827 h 3715654"/>
              <a:gd name="connsiteX4" fmla="*/ 1857828 w 3715656"/>
              <a:gd name="connsiteY4" fmla="*/ 0 h 3715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15656" h="3715654">
                <a:moveTo>
                  <a:pt x="1857828" y="0"/>
                </a:moveTo>
                <a:cubicBezTo>
                  <a:pt x="2883878" y="0"/>
                  <a:pt x="3715656" y="831777"/>
                  <a:pt x="3715656" y="1857827"/>
                </a:cubicBezTo>
                <a:cubicBezTo>
                  <a:pt x="3715656" y="2883877"/>
                  <a:pt x="2883878" y="3715654"/>
                  <a:pt x="1857828" y="3715654"/>
                </a:cubicBezTo>
                <a:cubicBezTo>
                  <a:pt x="831778" y="3715654"/>
                  <a:pt x="0" y="2883877"/>
                  <a:pt x="0" y="1857827"/>
                </a:cubicBezTo>
                <a:cubicBezTo>
                  <a:pt x="0" y="831777"/>
                  <a:pt x="831778" y="0"/>
                  <a:pt x="185782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2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F4B273E-734F-0A44-E4FA-66FB39863D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025" y="422494"/>
            <a:ext cx="742041" cy="83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357911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2E9F95F-7E6D-9546-F98A-7E9F0074B2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025" y="351103"/>
            <a:ext cx="742041" cy="9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331771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B1621964-9F10-4E5D-AC89-5B2904E01F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" y="0"/>
            <a:ext cx="446829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06191289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478EA07-48A9-4FE6-84D1-A0B027B97F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98222" y="2137902"/>
            <a:ext cx="3109215" cy="1838088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10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D655362D-B1F4-4CA0-90A6-80AA7799895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41394" y="2137902"/>
            <a:ext cx="3109215" cy="1838088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10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0BC2538C-30E7-4964-9719-2857208656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84567" y="2137902"/>
            <a:ext cx="3109215" cy="1838088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10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FBE36C4-4AD6-93E4-0E14-46B1E002E7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025" y="351103"/>
            <a:ext cx="742041" cy="9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8939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6DCF4FE-4004-475E-B7F8-96E0B60DF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16549" y="841385"/>
            <a:ext cx="923201" cy="921773"/>
          </a:xfrm>
          <a:custGeom>
            <a:avLst/>
            <a:gdLst>
              <a:gd name="connsiteX0" fmla="*/ 1857828 w 3715656"/>
              <a:gd name="connsiteY0" fmla="*/ 0 h 3715654"/>
              <a:gd name="connsiteX1" fmla="*/ 3715656 w 3715656"/>
              <a:gd name="connsiteY1" fmla="*/ 1857827 h 3715654"/>
              <a:gd name="connsiteX2" fmla="*/ 1857828 w 3715656"/>
              <a:gd name="connsiteY2" fmla="*/ 3715654 h 3715654"/>
              <a:gd name="connsiteX3" fmla="*/ 0 w 3715656"/>
              <a:gd name="connsiteY3" fmla="*/ 1857827 h 3715654"/>
              <a:gd name="connsiteX4" fmla="*/ 1857828 w 3715656"/>
              <a:gd name="connsiteY4" fmla="*/ 0 h 3715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15656" h="3715654">
                <a:moveTo>
                  <a:pt x="1857828" y="0"/>
                </a:moveTo>
                <a:cubicBezTo>
                  <a:pt x="2883878" y="0"/>
                  <a:pt x="3715656" y="831777"/>
                  <a:pt x="3715656" y="1857827"/>
                </a:cubicBezTo>
                <a:cubicBezTo>
                  <a:pt x="3715656" y="2883877"/>
                  <a:pt x="2883878" y="3715654"/>
                  <a:pt x="1857828" y="3715654"/>
                </a:cubicBezTo>
                <a:cubicBezTo>
                  <a:pt x="831778" y="3715654"/>
                  <a:pt x="0" y="2883877"/>
                  <a:pt x="0" y="1857827"/>
                </a:cubicBezTo>
                <a:cubicBezTo>
                  <a:pt x="0" y="831777"/>
                  <a:pt x="831778" y="0"/>
                  <a:pt x="185782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2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A194C0A7-71F4-4275-A43D-7F2A366261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34022" y="4003216"/>
            <a:ext cx="923201" cy="921773"/>
          </a:xfrm>
          <a:custGeom>
            <a:avLst/>
            <a:gdLst>
              <a:gd name="connsiteX0" fmla="*/ 1857828 w 3715656"/>
              <a:gd name="connsiteY0" fmla="*/ 0 h 3715654"/>
              <a:gd name="connsiteX1" fmla="*/ 3715656 w 3715656"/>
              <a:gd name="connsiteY1" fmla="*/ 1857827 h 3715654"/>
              <a:gd name="connsiteX2" fmla="*/ 1857828 w 3715656"/>
              <a:gd name="connsiteY2" fmla="*/ 3715654 h 3715654"/>
              <a:gd name="connsiteX3" fmla="*/ 0 w 3715656"/>
              <a:gd name="connsiteY3" fmla="*/ 1857827 h 3715654"/>
              <a:gd name="connsiteX4" fmla="*/ 1857828 w 3715656"/>
              <a:gd name="connsiteY4" fmla="*/ 0 h 3715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15656" h="3715654">
                <a:moveTo>
                  <a:pt x="1857828" y="0"/>
                </a:moveTo>
                <a:cubicBezTo>
                  <a:pt x="2883878" y="0"/>
                  <a:pt x="3715656" y="831777"/>
                  <a:pt x="3715656" y="1857827"/>
                </a:cubicBezTo>
                <a:cubicBezTo>
                  <a:pt x="3715656" y="2883877"/>
                  <a:pt x="2883878" y="3715654"/>
                  <a:pt x="1857828" y="3715654"/>
                </a:cubicBezTo>
                <a:cubicBezTo>
                  <a:pt x="831778" y="3715654"/>
                  <a:pt x="0" y="2883877"/>
                  <a:pt x="0" y="1857827"/>
                </a:cubicBezTo>
                <a:cubicBezTo>
                  <a:pt x="0" y="831777"/>
                  <a:pt x="831778" y="0"/>
                  <a:pt x="185782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2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1B78-826D-4FE9-99FE-428C8E62A634}" type="slidenum">
              <a:rPr lang="en-US" smtClean="0"/>
              <a:t>‹Nº›</a:t>
            </a:fld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9F36210-8B2B-248E-9ACE-83752B2EF2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025" y="351103"/>
            <a:ext cx="742041" cy="9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844884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48E821C1-B0EA-43FA-AF9E-D279F7029DB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2" y="1"/>
            <a:ext cx="4906788" cy="4240161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BC3486-2AD5-ABE5-5151-C9834FD3E2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025" y="351103"/>
            <a:ext cx="742041" cy="9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225245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1B78-826D-4FE9-99FE-428C8E62A634}" type="slidenum">
              <a:rPr lang="en-US" smtClean="0"/>
              <a:t>‹Nº›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9CC1679-6D6B-42F5-B1D2-6E8B550461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35362" y="1950627"/>
            <a:ext cx="4897566" cy="392603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F8A4968-166C-8EE1-2117-76DC9BC5A5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025" y="351103"/>
            <a:ext cx="742041" cy="9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907914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A157920-4A24-4486-8158-086B1E996FED}"/>
              </a:ext>
            </a:extLst>
          </p:cNvPr>
          <p:cNvSpPr/>
          <p:nvPr userDrawn="1"/>
        </p:nvSpPr>
        <p:spPr>
          <a:xfrm>
            <a:off x="703218" y="170491"/>
            <a:ext cx="8517186" cy="6517023"/>
          </a:xfrm>
          <a:custGeom>
            <a:avLst/>
            <a:gdLst>
              <a:gd name="connsiteX0" fmla="*/ 169643 w 3522865"/>
              <a:gd name="connsiteY0" fmla="*/ 1030958 h 2484348"/>
              <a:gd name="connsiteX1" fmla="*/ 2684243 w 3522865"/>
              <a:gd name="connsiteY1" fmla="*/ 2258 h 2484348"/>
              <a:gd name="connsiteX2" fmla="*/ 3522443 w 3522865"/>
              <a:gd name="connsiteY2" fmla="*/ 1316708 h 2484348"/>
              <a:gd name="connsiteX3" fmla="*/ 2779493 w 3522865"/>
              <a:gd name="connsiteY3" fmla="*/ 2478758 h 2484348"/>
              <a:gd name="connsiteX4" fmla="*/ 1579343 w 3522865"/>
              <a:gd name="connsiteY4" fmla="*/ 1773908 h 2484348"/>
              <a:gd name="connsiteX5" fmla="*/ 379193 w 3522865"/>
              <a:gd name="connsiteY5" fmla="*/ 2154908 h 2484348"/>
              <a:gd name="connsiteX6" fmla="*/ 169643 w 3522865"/>
              <a:gd name="connsiteY6" fmla="*/ 1030958 h 2484348"/>
              <a:gd name="connsiteX0" fmla="*/ 158936 w 3514183"/>
              <a:gd name="connsiteY0" fmla="*/ 433349 h 1886739"/>
              <a:gd name="connsiteX1" fmla="*/ 2528756 w 3514183"/>
              <a:gd name="connsiteY1" fmla="*/ 6629 h 1886739"/>
              <a:gd name="connsiteX2" fmla="*/ 3511736 w 3514183"/>
              <a:gd name="connsiteY2" fmla="*/ 719099 h 1886739"/>
              <a:gd name="connsiteX3" fmla="*/ 2768786 w 3514183"/>
              <a:gd name="connsiteY3" fmla="*/ 1881149 h 1886739"/>
              <a:gd name="connsiteX4" fmla="*/ 1568636 w 3514183"/>
              <a:gd name="connsiteY4" fmla="*/ 1176299 h 1886739"/>
              <a:gd name="connsiteX5" fmla="*/ 368486 w 3514183"/>
              <a:gd name="connsiteY5" fmla="*/ 1557299 h 1886739"/>
              <a:gd name="connsiteX6" fmla="*/ 158936 w 3514183"/>
              <a:gd name="connsiteY6" fmla="*/ 433349 h 1886739"/>
              <a:gd name="connsiteX0" fmla="*/ 165698 w 3519490"/>
              <a:gd name="connsiteY0" fmla="*/ 1061364 h 2514754"/>
              <a:gd name="connsiteX1" fmla="*/ 2626958 w 3519490"/>
              <a:gd name="connsiteY1" fmla="*/ 2184 h 2514754"/>
              <a:gd name="connsiteX2" fmla="*/ 3518498 w 3519490"/>
              <a:gd name="connsiteY2" fmla="*/ 1347114 h 2514754"/>
              <a:gd name="connsiteX3" fmla="*/ 2775548 w 3519490"/>
              <a:gd name="connsiteY3" fmla="*/ 2509164 h 2514754"/>
              <a:gd name="connsiteX4" fmla="*/ 1575398 w 3519490"/>
              <a:gd name="connsiteY4" fmla="*/ 1804314 h 2514754"/>
              <a:gd name="connsiteX5" fmla="*/ 375248 w 3519490"/>
              <a:gd name="connsiteY5" fmla="*/ 2185314 h 2514754"/>
              <a:gd name="connsiteX6" fmla="*/ 165698 w 3519490"/>
              <a:gd name="connsiteY6" fmla="*/ 1061364 h 2514754"/>
              <a:gd name="connsiteX0" fmla="*/ 165698 w 3519490"/>
              <a:gd name="connsiteY0" fmla="*/ 1110091 h 2563481"/>
              <a:gd name="connsiteX1" fmla="*/ 2626958 w 3519490"/>
              <a:gd name="connsiteY1" fmla="*/ 50911 h 2563481"/>
              <a:gd name="connsiteX2" fmla="*/ 3518498 w 3519490"/>
              <a:gd name="connsiteY2" fmla="*/ 1395841 h 2563481"/>
              <a:gd name="connsiteX3" fmla="*/ 2775548 w 3519490"/>
              <a:gd name="connsiteY3" fmla="*/ 2557891 h 2563481"/>
              <a:gd name="connsiteX4" fmla="*/ 1575398 w 3519490"/>
              <a:gd name="connsiteY4" fmla="*/ 1853041 h 2563481"/>
              <a:gd name="connsiteX5" fmla="*/ 375248 w 3519490"/>
              <a:gd name="connsiteY5" fmla="*/ 2234041 h 2563481"/>
              <a:gd name="connsiteX6" fmla="*/ 165698 w 3519490"/>
              <a:gd name="connsiteY6" fmla="*/ 1110091 h 2563481"/>
              <a:gd name="connsiteX0" fmla="*/ 162317 w 3516109"/>
              <a:gd name="connsiteY0" fmla="*/ 1118578 h 2571968"/>
              <a:gd name="connsiteX1" fmla="*/ 2623577 w 3516109"/>
              <a:gd name="connsiteY1" fmla="*/ 59398 h 2571968"/>
              <a:gd name="connsiteX2" fmla="*/ 3515117 w 3516109"/>
              <a:gd name="connsiteY2" fmla="*/ 1404328 h 2571968"/>
              <a:gd name="connsiteX3" fmla="*/ 2772167 w 3516109"/>
              <a:gd name="connsiteY3" fmla="*/ 2566378 h 2571968"/>
              <a:gd name="connsiteX4" fmla="*/ 1572017 w 3516109"/>
              <a:gd name="connsiteY4" fmla="*/ 1861528 h 2571968"/>
              <a:gd name="connsiteX5" fmla="*/ 371867 w 3516109"/>
              <a:gd name="connsiteY5" fmla="*/ 2242528 h 2571968"/>
              <a:gd name="connsiteX6" fmla="*/ 162317 w 3516109"/>
              <a:gd name="connsiteY6" fmla="*/ 1118578 h 2571968"/>
              <a:gd name="connsiteX0" fmla="*/ 139541 w 3493333"/>
              <a:gd name="connsiteY0" fmla="*/ 1109787 h 2563177"/>
              <a:gd name="connsiteX1" fmla="*/ 2600801 w 3493333"/>
              <a:gd name="connsiteY1" fmla="*/ 50607 h 2563177"/>
              <a:gd name="connsiteX2" fmla="*/ 3492341 w 3493333"/>
              <a:gd name="connsiteY2" fmla="*/ 1395537 h 2563177"/>
              <a:gd name="connsiteX3" fmla="*/ 2749391 w 3493333"/>
              <a:gd name="connsiteY3" fmla="*/ 2557587 h 2563177"/>
              <a:gd name="connsiteX4" fmla="*/ 1549241 w 3493333"/>
              <a:gd name="connsiteY4" fmla="*/ 1852737 h 2563177"/>
              <a:gd name="connsiteX5" fmla="*/ 440531 w 3493333"/>
              <a:gd name="connsiteY5" fmla="*/ 2188017 h 2563177"/>
              <a:gd name="connsiteX6" fmla="*/ 139541 w 3493333"/>
              <a:gd name="connsiteY6" fmla="*/ 1109787 h 2563177"/>
              <a:gd name="connsiteX0" fmla="*/ 163892 w 3517684"/>
              <a:gd name="connsiteY0" fmla="*/ 1109787 h 2563177"/>
              <a:gd name="connsiteX1" fmla="*/ 2625152 w 3517684"/>
              <a:gd name="connsiteY1" fmla="*/ 50607 h 2563177"/>
              <a:gd name="connsiteX2" fmla="*/ 3516692 w 3517684"/>
              <a:gd name="connsiteY2" fmla="*/ 1395537 h 2563177"/>
              <a:gd name="connsiteX3" fmla="*/ 2773742 w 3517684"/>
              <a:gd name="connsiteY3" fmla="*/ 2557587 h 2563177"/>
              <a:gd name="connsiteX4" fmla="*/ 1573592 w 3517684"/>
              <a:gd name="connsiteY4" fmla="*/ 1852737 h 2563177"/>
              <a:gd name="connsiteX5" fmla="*/ 464882 w 3517684"/>
              <a:gd name="connsiteY5" fmla="*/ 2188017 h 2563177"/>
              <a:gd name="connsiteX6" fmla="*/ 163892 w 3517684"/>
              <a:gd name="connsiteY6" fmla="*/ 1109787 h 2563177"/>
              <a:gd name="connsiteX0" fmla="*/ 82749 w 3436541"/>
              <a:gd name="connsiteY0" fmla="*/ 1110091 h 2563481"/>
              <a:gd name="connsiteX1" fmla="*/ 2544009 w 3436541"/>
              <a:gd name="connsiteY1" fmla="*/ 50911 h 2563481"/>
              <a:gd name="connsiteX2" fmla="*/ 3435549 w 3436541"/>
              <a:gd name="connsiteY2" fmla="*/ 1395841 h 2563481"/>
              <a:gd name="connsiteX3" fmla="*/ 2692599 w 3436541"/>
              <a:gd name="connsiteY3" fmla="*/ 2557891 h 2563481"/>
              <a:gd name="connsiteX4" fmla="*/ 1492449 w 3436541"/>
              <a:gd name="connsiteY4" fmla="*/ 1853041 h 2563481"/>
              <a:gd name="connsiteX5" fmla="*/ 383739 w 3436541"/>
              <a:gd name="connsiteY5" fmla="*/ 2188321 h 2563481"/>
              <a:gd name="connsiteX6" fmla="*/ 82749 w 3436541"/>
              <a:gd name="connsiteY6" fmla="*/ 1110091 h 2563481"/>
              <a:gd name="connsiteX0" fmla="*/ 57039 w 3410900"/>
              <a:gd name="connsiteY0" fmla="*/ 1110091 h 2562627"/>
              <a:gd name="connsiteX1" fmla="*/ 2518299 w 3410900"/>
              <a:gd name="connsiteY1" fmla="*/ 50911 h 2562627"/>
              <a:gd name="connsiteX2" fmla="*/ 3409839 w 3410900"/>
              <a:gd name="connsiteY2" fmla="*/ 1395841 h 2562627"/>
              <a:gd name="connsiteX3" fmla="*/ 2666889 w 3410900"/>
              <a:gd name="connsiteY3" fmla="*/ 2557891 h 2562627"/>
              <a:gd name="connsiteX4" fmla="*/ 1283859 w 3410900"/>
              <a:gd name="connsiteY4" fmla="*/ 1822561 h 2562627"/>
              <a:gd name="connsiteX5" fmla="*/ 358029 w 3410900"/>
              <a:gd name="connsiteY5" fmla="*/ 2188321 h 2562627"/>
              <a:gd name="connsiteX6" fmla="*/ 57039 w 3410900"/>
              <a:gd name="connsiteY6" fmla="*/ 1110091 h 2562627"/>
              <a:gd name="connsiteX0" fmla="*/ 86841 w 3440702"/>
              <a:gd name="connsiteY0" fmla="*/ 1110091 h 2562627"/>
              <a:gd name="connsiteX1" fmla="*/ 2548101 w 3440702"/>
              <a:gd name="connsiteY1" fmla="*/ 50911 h 2562627"/>
              <a:gd name="connsiteX2" fmla="*/ 3439641 w 3440702"/>
              <a:gd name="connsiteY2" fmla="*/ 1395841 h 2562627"/>
              <a:gd name="connsiteX3" fmla="*/ 2696691 w 3440702"/>
              <a:gd name="connsiteY3" fmla="*/ 2557891 h 2562627"/>
              <a:gd name="connsiteX4" fmla="*/ 1313661 w 3440702"/>
              <a:gd name="connsiteY4" fmla="*/ 1822561 h 2562627"/>
              <a:gd name="connsiteX5" fmla="*/ 387831 w 3440702"/>
              <a:gd name="connsiteY5" fmla="*/ 2188321 h 2562627"/>
              <a:gd name="connsiteX6" fmla="*/ 86841 w 3440702"/>
              <a:gd name="connsiteY6" fmla="*/ 1110091 h 2562627"/>
              <a:gd name="connsiteX0" fmla="*/ 79129 w 3432990"/>
              <a:gd name="connsiteY0" fmla="*/ 1110091 h 2562627"/>
              <a:gd name="connsiteX1" fmla="*/ 2540389 w 3432990"/>
              <a:gd name="connsiteY1" fmla="*/ 50911 h 2562627"/>
              <a:gd name="connsiteX2" fmla="*/ 3431929 w 3432990"/>
              <a:gd name="connsiteY2" fmla="*/ 1395841 h 2562627"/>
              <a:gd name="connsiteX3" fmla="*/ 2688979 w 3432990"/>
              <a:gd name="connsiteY3" fmla="*/ 2557891 h 2562627"/>
              <a:gd name="connsiteX4" fmla="*/ 1305949 w 3432990"/>
              <a:gd name="connsiteY4" fmla="*/ 1822561 h 2562627"/>
              <a:gd name="connsiteX5" fmla="*/ 380119 w 3432990"/>
              <a:gd name="connsiteY5" fmla="*/ 2188321 h 2562627"/>
              <a:gd name="connsiteX6" fmla="*/ 79129 w 3432990"/>
              <a:gd name="connsiteY6" fmla="*/ 1110091 h 2562627"/>
              <a:gd name="connsiteX0" fmla="*/ 79129 w 3432990"/>
              <a:gd name="connsiteY0" fmla="*/ 1110091 h 2562043"/>
              <a:gd name="connsiteX1" fmla="*/ 2540389 w 3432990"/>
              <a:gd name="connsiteY1" fmla="*/ 50911 h 2562043"/>
              <a:gd name="connsiteX2" fmla="*/ 3431929 w 3432990"/>
              <a:gd name="connsiteY2" fmla="*/ 1395841 h 2562043"/>
              <a:gd name="connsiteX3" fmla="*/ 2688979 w 3432990"/>
              <a:gd name="connsiteY3" fmla="*/ 2557891 h 2562043"/>
              <a:gd name="connsiteX4" fmla="*/ 1305949 w 3432990"/>
              <a:gd name="connsiteY4" fmla="*/ 1822561 h 2562043"/>
              <a:gd name="connsiteX5" fmla="*/ 380119 w 3432990"/>
              <a:gd name="connsiteY5" fmla="*/ 2188321 h 2562043"/>
              <a:gd name="connsiteX6" fmla="*/ 79129 w 3432990"/>
              <a:gd name="connsiteY6" fmla="*/ 1110091 h 2562043"/>
              <a:gd name="connsiteX0" fmla="*/ 79129 w 3433048"/>
              <a:gd name="connsiteY0" fmla="*/ 1110091 h 2574990"/>
              <a:gd name="connsiteX1" fmla="*/ 2540389 w 3433048"/>
              <a:gd name="connsiteY1" fmla="*/ 50911 h 2574990"/>
              <a:gd name="connsiteX2" fmla="*/ 3431929 w 3433048"/>
              <a:gd name="connsiteY2" fmla="*/ 1395841 h 2574990"/>
              <a:gd name="connsiteX3" fmla="*/ 2688979 w 3433048"/>
              <a:gd name="connsiteY3" fmla="*/ 2557891 h 2574990"/>
              <a:gd name="connsiteX4" fmla="*/ 1305949 w 3433048"/>
              <a:gd name="connsiteY4" fmla="*/ 1822561 h 2574990"/>
              <a:gd name="connsiteX5" fmla="*/ 380119 w 3433048"/>
              <a:gd name="connsiteY5" fmla="*/ 2188321 h 2574990"/>
              <a:gd name="connsiteX6" fmla="*/ 79129 w 3433048"/>
              <a:gd name="connsiteY6" fmla="*/ 1110091 h 2574990"/>
              <a:gd name="connsiteX0" fmla="*/ 79129 w 3433628"/>
              <a:gd name="connsiteY0" fmla="*/ 1110091 h 2564852"/>
              <a:gd name="connsiteX1" fmla="*/ 2540389 w 3433628"/>
              <a:gd name="connsiteY1" fmla="*/ 50911 h 2564852"/>
              <a:gd name="connsiteX2" fmla="*/ 3431929 w 3433628"/>
              <a:gd name="connsiteY2" fmla="*/ 1395841 h 2564852"/>
              <a:gd name="connsiteX3" fmla="*/ 2688979 w 3433628"/>
              <a:gd name="connsiteY3" fmla="*/ 2557891 h 2564852"/>
              <a:gd name="connsiteX4" fmla="*/ 1305949 w 3433628"/>
              <a:gd name="connsiteY4" fmla="*/ 1822561 h 2564852"/>
              <a:gd name="connsiteX5" fmla="*/ 380119 w 3433628"/>
              <a:gd name="connsiteY5" fmla="*/ 2188321 h 2564852"/>
              <a:gd name="connsiteX6" fmla="*/ 79129 w 3433628"/>
              <a:gd name="connsiteY6" fmla="*/ 1110091 h 2564852"/>
              <a:gd name="connsiteX0" fmla="*/ 79129 w 3432791"/>
              <a:gd name="connsiteY0" fmla="*/ 1110091 h 2564852"/>
              <a:gd name="connsiteX1" fmla="*/ 2540389 w 3432791"/>
              <a:gd name="connsiteY1" fmla="*/ 50911 h 2564852"/>
              <a:gd name="connsiteX2" fmla="*/ 3431929 w 3432791"/>
              <a:gd name="connsiteY2" fmla="*/ 1395841 h 2564852"/>
              <a:gd name="connsiteX3" fmla="*/ 2688979 w 3432791"/>
              <a:gd name="connsiteY3" fmla="*/ 2557891 h 2564852"/>
              <a:gd name="connsiteX4" fmla="*/ 1305949 w 3432791"/>
              <a:gd name="connsiteY4" fmla="*/ 1822561 h 2564852"/>
              <a:gd name="connsiteX5" fmla="*/ 380119 w 3432791"/>
              <a:gd name="connsiteY5" fmla="*/ 2188321 h 2564852"/>
              <a:gd name="connsiteX6" fmla="*/ 79129 w 3432791"/>
              <a:gd name="connsiteY6" fmla="*/ 1110091 h 2564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2791" h="2564852">
                <a:moveTo>
                  <a:pt x="79129" y="1110091"/>
                </a:moveTo>
                <a:cubicBezTo>
                  <a:pt x="256294" y="746236"/>
                  <a:pt x="1585349" y="-232934"/>
                  <a:pt x="2540389" y="50911"/>
                </a:cubicBezTo>
                <a:cubicBezTo>
                  <a:pt x="3495429" y="334756"/>
                  <a:pt x="3414784" y="901811"/>
                  <a:pt x="3431929" y="1395841"/>
                </a:cubicBezTo>
                <a:cubicBezTo>
                  <a:pt x="3449074" y="1889871"/>
                  <a:pt x="3210949" y="2463911"/>
                  <a:pt x="2688979" y="2557891"/>
                </a:cubicBezTo>
                <a:cubicBezTo>
                  <a:pt x="2167009" y="2651871"/>
                  <a:pt x="1728859" y="1762236"/>
                  <a:pt x="1305949" y="1822561"/>
                </a:cubicBezTo>
                <a:cubicBezTo>
                  <a:pt x="905899" y="1768586"/>
                  <a:pt x="729369" y="2352786"/>
                  <a:pt x="380119" y="2188321"/>
                </a:cubicBezTo>
                <a:cubicBezTo>
                  <a:pt x="30869" y="2023856"/>
                  <a:pt x="-98036" y="1473946"/>
                  <a:pt x="79129" y="1110091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/>
              </a:gs>
              <a:gs pos="100000">
                <a:schemeClr val="accent5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59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C70505-D1AA-4364-858D-B65F8ECB3E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9845" y="1057703"/>
            <a:ext cx="5243016" cy="5459321"/>
          </a:xfrm>
          <a:prstGeom prst="rect">
            <a:avLst/>
          </a:prstGeom>
          <a:effectLst>
            <a:outerShdw blurRad="1270000" dist="2540000" dir="4200000" sx="85000" sy="85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E45C7800-2E72-496C-BDFD-0F0C030D9B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08306" y="1573579"/>
            <a:ext cx="3580479" cy="3352459"/>
          </a:xfrm>
          <a:custGeom>
            <a:avLst/>
            <a:gdLst>
              <a:gd name="connsiteX0" fmla="*/ 0 w 4933950"/>
              <a:gd name="connsiteY0" fmla="*/ 0 h 4565650"/>
              <a:gd name="connsiteX1" fmla="*/ 4933950 w 4933950"/>
              <a:gd name="connsiteY1" fmla="*/ 0 h 4565650"/>
              <a:gd name="connsiteX2" fmla="*/ 4933950 w 4933950"/>
              <a:gd name="connsiteY2" fmla="*/ 4565650 h 4565650"/>
              <a:gd name="connsiteX3" fmla="*/ 0 w 4933950"/>
              <a:gd name="connsiteY3" fmla="*/ 4565650 h 4565650"/>
              <a:gd name="connsiteX4" fmla="*/ 0 w 4933950"/>
              <a:gd name="connsiteY4" fmla="*/ 0 h 4565650"/>
              <a:gd name="connsiteX0" fmla="*/ 0 w 4933950"/>
              <a:gd name="connsiteY0" fmla="*/ 1364343 h 5929993"/>
              <a:gd name="connsiteX1" fmla="*/ 4803322 w 4933950"/>
              <a:gd name="connsiteY1" fmla="*/ 0 h 5929993"/>
              <a:gd name="connsiteX2" fmla="*/ 4933950 w 4933950"/>
              <a:gd name="connsiteY2" fmla="*/ 5929993 h 5929993"/>
              <a:gd name="connsiteX3" fmla="*/ 0 w 4933950"/>
              <a:gd name="connsiteY3" fmla="*/ 5929993 h 5929993"/>
              <a:gd name="connsiteX4" fmla="*/ 0 w 4933950"/>
              <a:gd name="connsiteY4" fmla="*/ 1364343 h 5929993"/>
              <a:gd name="connsiteX0" fmla="*/ 0 w 4933950"/>
              <a:gd name="connsiteY0" fmla="*/ 1204685 h 5770335"/>
              <a:gd name="connsiteX1" fmla="*/ 4817836 w 4933950"/>
              <a:gd name="connsiteY1" fmla="*/ 0 h 5770335"/>
              <a:gd name="connsiteX2" fmla="*/ 4933950 w 4933950"/>
              <a:gd name="connsiteY2" fmla="*/ 5770335 h 5770335"/>
              <a:gd name="connsiteX3" fmla="*/ 0 w 4933950"/>
              <a:gd name="connsiteY3" fmla="*/ 5770335 h 5770335"/>
              <a:gd name="connsiteX4" fmla="*/ 0 w 4933950"/>
              <a:gd name="connsiteY4" fmla="*/ 1204685 h 5770335"/>
              <a:gd name="connsiteX0" fmla="*/ 0 w 4933950"/>
              <a:gd name="connsiteY0" fmla="*/ 1103085 h 5668735"/>
              <a:gd name="connsiteX1" fmla="*/ 4774293 w 4933950"/>
              <a:gd name="connsiteY1" fmla="*/ 0 h 5668735"/>
              <a:gd name="connsiteX2" fmla="*/ 4933950 w 4933950"/>
              <a:gd name="connsiteY2" fmla="*/ 5668735 h 5668735"/>
              <a:gd name="connsiteX3" fmla="*/ 0 w 4933950"/>
              <a:gd name="connsiteY3" fmla="*/ 5668735 h 5668735"/>
              <a:gd name="connsiteX4" fmla="*/ 0 w 4933950"/>
              <a:gd name="connsiteY4" fmla="*/ 1103085 h 5668735"/>
              <a:gd name="connsiteX0" fmla="*/ 0 w 4933950"/>
              <a:gd name="connsiteY0" fmla="*/ 1045028 h 5610678"/>
              <a:gd name="connsiteX1" fmla="*/ 4803322 w 4933950"/>
              <a:gd name="connsiteY1" fmla="*/ 0 h 5610678"/>
              <a:gd name="connsiteX2" fmla="*/ 4933950 w 4933950"/>
              <a:gd name="connsiteY2" fmla="*/ 5610678 h 5610678"/>
              <a:gd name="connsiteX3" fmla="*/ 0 w 4933950"/>
              <a:gd name="connsiteY3" fmla="*/ 5610678 h 5610678"/>
              <a:gd name="connsiteX4" fmla="*/ 0 w 4933950"/>
              <a:gd name="connsiteY4" fmla="*/ 1045028 h 5610678"/>
              <a:gd name="connsiteX0" fmla="*/ 0 w 4933950"/>
              <a:gd name="connsiteY0" fmla="*/ 1059543 h 5625193"/>
              <a:gd name="connsiteX1" fmla="*/ 4803322 w 4933950"/>
              <a:gd name="connsiteY1" fmla="*/ 0 h 5625193"/>
              <a:gd name="connsiteX2" fmla="*/ 4933950 w 4933950"/>
              <a:gd name="connsiteY2" fmla="*/ 5625193 h 5625193"/>
              <a:gd name="connsiteX3" fmla="*/ 0 w 4933950"/>
              <a:gd name="connsiteY3" fmla="*/ 5625193 h 5625193"/>
              <a:gd name="connsiteX4" fmla="*/ 0 w 4933950"/>
              <a:gd name="connsiteY4" fmla="*/ 1059543 h 5625193"/>
              <a:gd name="connsiteX0" fmla="*/ 0 w 4933950"/>
              <a:gd name="connsiteY0" fmla="*/ 1074057 h 5639707"/>
              <a:gd name="connsiteX1" fmla="*/ 4774293 w 4933950"/>
              <a:gd name="connsiteY1" fmla="*/ 0 h 5639707"/>
              <a:gd name="connsiteX2" fmla="*/ 4933950 w 4933950"/>
              <a:gd name="connsiteY2" fmla="*/ 5639707 h 5639707"/>
              <a:gd name="connsiteX3" fmla="*/ 0 w 4933950"/>
              <a:gd name="connsiteY3" fmla="*/ 5639707 h 5639707"/>
              <a:gd name="connsiteX4" fmla="*/ 0 w 4933950"/>
              <a:gd name="connsiteY4" fmla="*/ 1074057 h 5639707"/>
              <a:gd name="connsiteX0" fmla="*/ 0 w 4933950"/>
              <a:gd name="connsiteY0" fmla="*/ 1103086 h 5668736"/>
              <a:gd name="connsiteX1" fmla="*/ 4803322 w 4933950"/>
              <a:gd name="connsiteY1" fmla="*/ 0 h 5668736"/>
              <a:gd name="connsiteX2" fmla="*/ 4933950 w 4933950"/>
              <a:gd name="connsiteY2" fmla="*/ 5668736 h 5668736"/>
              <a:gd name="connsiteX3" fmla="*/ 0 w 4933950"/>
              <a:gd name="connsiteY3" fmla="*/ 5668736 h 5668736"/>
              <a:gd name="connsiteX4" fmla="*/ 0 w 4933950"/>
              <a:gd name="connsiteY4" fmla="*/ 1103086 h 5668736"/>
              <a:gd name="connsiteX0" fmla="*/ 0 w 4977493"/>
              <a:gd name="connsiteY0" fmla="*/ 1103086 h 5813879"/>
              <a:gd name="connsiteX1" fmla="*/ 4803322 w 4977493"/>
              <a:gd name="connsiteY1" fmla="*/ 0 h 5813879"/>
              <a:gd name="connsiteX2" fmla="*/ 4977493 w 4977493"/>
              <a:gd name="connsiteY2" fmla="*/ 5813879 h 5813879"/>
              <a:gd name="connsiteX3" fmla="*/ 0 w 4977493"/>
              <a:gd name="connsiteY3" fmla="*/ 5668736 h 5813879"/>
              <a:gd name="connsiteX4" fmla="*/ 0 w 4977493"/>
              <a:gd name="connsiteY4" fmla="*/ 1103086 h 5813879"/>
              <a:gd name="connsiteX0" fmla="*/ 0 w 4992007"/>
              <a:gd name="connsiteY0" fmla="*/ 1103086 h 5871936"/>
              <a:gd name="connsiteX1" fmla="*/ 4803322 w 4992007"/>
              <a:gd name="connsiteY1" fmla="*/ 0 h 5871936"/>
              <a:gd name="connsiteX2" fmla="*/ 4992007 w 4992007"/>
              <a:gd name="connsiteY2" fmla="*/ 5871936 h 5871936"/>
              <a:gd name="connsiteX3" fmla="*/ 0 w 4992007"/>
              <a:gd name="connsiteY3" fmla="*/ 5668736 h 5871936"/>
              <a:gd name="connsiteX4" fmla="*/ 0 w 4992007"/>
              <a:gd name="connsiteY4" fmla="*/ 1103086 h 5871936"/>
              <a:gd name="connsiteX0" fmla="*/ 0 w 5035550"/>
              <a:gd name="connsiteY0" fmla="*/ 1103086 h 5886450"/>
              <a:gd name="connsiteX1" fmla="*/ 4803322 w 5035550"/>
              <a:gd name="connsiteY1" fmla="*/ 0 h 5886450"/>
              <a:gd name="connsiteX2" fmla="*/ 5035550 w 5035550"/>
              <a:gd name="connsiteY2" fmla="*/ 5886450 h 5886450"/>
              <a:gd name="connsiteX3" fmla="*/ 0 w 5035550"/>
              <a:gd name="connsiteY3" fmla="*/ 5668736 h 5886450"/>
              <a:gd name="connsiteX4" fmla="*/ 0 w 5035550"/>
              <a:gd name="connsiteY4" fmla="*/ 1103086 h 5886450"/>
              <a:gd name="connsiteX0" fmla="*/ 0 w 5064579"/>
              <a:gd name="connsiteY0" fmla="*/ 1103086 h 5886450"/>
              <a:gd name="connsiteX1" fmla="*/ 4803322 w 5064579"/>
              <a:gd name="connsiteY1" fmla="*/ 0 h 5886450"/>
              <a:gd name="connsiteX2" fmla="*/ 5064579 w 5064579"/>
              <a:gd name="connsiteY2" fmla="*/ 5886450 h 5886450"/>
              <a:gd name="connsiteX3" fmla="*/ 0 w 5064579"/>
              <a:gd name="connsiteY3" fmla="*/ 5668736 h 5886450"/>
              <a:gd name="connsiteX4" fmla="*/ 0 w 5064579"/>
              <a:gd name="connsiteY4" fmla="*/ 1103086 h 5886450"/>
              <a:gd name="connsiteX0" fmla="*/ 14515 w 5079094"/>
              <a:gd name="connsiteY0" fmla="*/ 1103086 h 5900964"/>
              <a:gd name="connsiteX1" fmla="*/ 4817837 w 5079094"/>
              <a:gd name="connsiteY1" fmla="*/ 0 h 5900964"/>
              <a:gd name="connsiteX2" fmla="*/ 5079094 w 5079094"/>
              <a:gd name="connsiteY2" fmla="*/ 5886450 h 5900964"/>
              <a:gd name="connsiteX3" fmla="*/ 0 w 5079094"/>
              <a:gd name="connsiteY3" fmla="*/ 5900964 h 5900964"/>
              <a:gd name="connsiteX4" fmla="*/ 14515 w 5079094"/>
              <a:gd name="connsiteY4" fmla="*/ 1103086 h 5900964"/>
              <a:gd name="connsiteX0" fmla="*/ 116115 w 5180694"/>
              <a:gd name="connsiteY0" fmla="*/ 1103086 h 5886450"/>
              <a:gd name="connsiteX1" fmla="*/ 4919437 w 5180694"/>
              <a:gd name="connsiteY1" fmla="*/ 0 h 5886450"/>
              <a:gd name="connsiteX2" fmla="*/ 5180694 w 5180694"/>
              <a:gd name="connsiteY2" fmla="*/ 5886450 h 5886450"/>
              <a:gd name="connsiteX3" fmla="*/ 0 w 5180694"/>
              <a:gd name="connsiteY3" fmla="*/ 5857421 h 5886450"/>
              <a:gd name="connsiteX4" fmla="*/ 116115 w 5180694"/>
              <a:gd name="connsiteY4" fmla="*/ 1103086 h 5886450"/>
              <a:gd name="connsiteX0" fmla="*/ 101601 w 5166180"/>
              <a:gd name="connsiteY0" fmla="*/ 1103086 h 5886450"/>
              <a:gd name="connsiteX1" fmla="*/ 4904923 w 5166180"/>
              <a:gd name="connsiteY1" fmla="*/ 0 h 5886450"/>
              <a:gd name="connsiteX2" fmla="*/ 5166180 w 5166180"/>
              <a:gd name="connsiteY2" fmla="*/ 5886450 h 5886450"/>
              <a:gd name="connsiteX3" fmla="*/ 0 w 5166180"/>
              <a:gd name="connsiteY3" fmla="*/ 5755821 h 5886450"/>
              <a:gd name="connsiteX4" fmla="*/ 101601 w 5166180"/>
              <a:gd name="connsiteY4" fmla="*/ 1103086 h 5886450"/>
              <a:gd name="connsiteX0" fmla="*/ 72572 w 5137151"/>
              <a:gd name="connsiteY0" fmla="*/ 1103086 h 5886450"/>
              <a:gd name="connsiteX1" fmla="*/ 4875894 w 5137151"/>
              <a:gd name="connsiteY1" fmla="*/ 0 h 5886450"/>
              <a:gd name="connsiteX2" fmla="*/ 5137151 w 5137151"/>
              <a:gd name="connsiteY2" fmla="*/ 5886450 h 5886450"/>
              <a:gd name="connsiteX3" fmla="*/ 0 w 5137151"/>
              <a:gd name="connsiteY3" fmla="*/ 5813879 h 5886450"/>
              <a:gd name="connsiteX4" fmla="*/ 72572 w 5137151"/>
              <a:gd name="connsiteY4" fmla="*/ 1103086 h 5886450"/>
              <a:gd name="connsiteX0" fmla="*/ 14515 w 5079094"/>
              <a:gd name="connsiteY0" fmla="*/ 1103086 h 5886450"/>
              <a:gd name="connsiteX1" fmla="*/ 4817837 w 5079094"/>
              <a:gd name="connsiteY1" fmla="*/ 0 h 5886450"/>
              <a:gd name="connsiteX2" fmla="*/ 5079094 w 5079094"/>
              <a:gd name="connsiteY2" fmla="*/ 5886450 h 5886450"/>
              <a:gd name="connsiteX3" fmla="*/ 0 w 5079094"/>
              <a:gd name="connsiteY3" fmla="*/ 5770336 h 5886450"/>
              <a:gd name="connsiteX4" fmla="*/ 14515 w 5079094"/>
              <a:gd name="connsiteY4" fmla="*/ 1103086 h 5886450"/>
              <a:gd name="connsiteX0" fmla="*/ 87086 w 5151665"/>
              <a:gd name="connsiteY0" fmla="*/ 1103086 h 5886450"/>
              <a:gd name="connsiteX1" fmla="*/ 4890408 w 5151665"/>
              <a:gd name="connsiteY1" fmla="*/ 0 h 5886450"/>
              <a:gd name="connsiteX2" fmla="*/ 5151665 w 5151665"/>
              <a:gd name="connsiteY2" fmla="*/ 5886450 h 5886450"/>
              <a:gd name="connsiteX3" fmla="*/ 0 w 5151665"/>
              <a:gd name="connsiteY3" fmla="*/ 5813879 h 5886450"/>
              <a:gd name="connsiteX4" fmla="*/ 87086 w 5151665"/>
              <a:gd name="connsiteY4" fmla="*/ 1103086 h 5886450"/>
              <a:gd name="connsiteX0" fmla="*/ 29029 w 5151665"/>
              <a:gd name="connsiteY0" fmla="*/ 1117600 h 5886450"/>
              <a:gd name="connsiteX1" fmla="*/ 4890408 w 5151665"/>
              <a:gd name="connsiteY1" fmla="*/ 0 h 5886450"/>
              <a:gd name="connsiteX2" fmla="*/ 5151665 w 5151665"/>
              <a:gd name="connsiteY2" fmla="*/ 5886450 h 5886450"/>
              <a:gd name="connsiteX3" fmla="*/ 0 w 5151665"/>
              <a:gd name="connsiteY3" fmla="*/ 5813879 h 5886450"/>
              <a:gd name="connsiteX4" fmla="*/ 29029 w 5151665"/>
              <a:gd name="connsiteY4" fmla="*/ 1117600 h 5886450"/>
              <a:gd name="connsiteX0" fmla="*/ 29029 w 5151665"/>
              <a:gd name="connsiteY0" fmla="*/ 1117600 h 5886450"/>
              <a:gd name="connsiteX1" fmla="*/ 4890408 w 5151665"/>
              <a:gd name="connsiteY1" fmla="*/ 0 h 5886450"/>
              <a:gd name="connsiteX2" fmla="*/ 5151665 w 5151665"/>
              <a:gd name="connsiteY2" fmla="*/ 5886450 h 5886450"/>
              <a:gd name="connsiteX3" fmla="*/ 0 w 5151665"/>
              <a:gd name="connsiteY3" fmla="*/ 5813879 h 5886450"/>
              <a:gd name="connsiteX4" fmla="*/ 29029 w 5151665"/>
              <a:gd name="connsiteY4" fmla="*/ 1117600 h 5886450"/>
              <a:gd name="connsiteX0" fmla="*/ 0 w 5166179"/>
              <a:gd name="connsiteY0" fmla="*/ 1175657 h 5886450"/>
              <a:gd name="connsiteX1" fmla="*/ 4904922 w 5166179"/>
              <a:gd name="connsiteY1" fmla="*/ 0 h 5886450"/>
              <a:gd name="connsiteX2" fmla="*/ 5166179 w 5166179"/>
              <a:gd name="connsiteY2" fmla="*/ 5886450 h 5886450"/>
              <a:gd name="connsiteX3" fmla="*/ 14514 w 5166179"/>
              <a:gd name="connsiteY3" fmla="*/ 5813879 h 5886450"/>
              <a:gd name="connsiteX4" fmla="*/ 0 w 5166179"/>
              <a:gd name="connsiteY4" fmla="*/ 1175657 h 5886450"/>
              <a:gd name="connsiteX0" fmla="*/ 38826 w 5151665"/>
              <a:gd name="connsiteY0" fmla="*/ 1160417 h 5886450"/>
              <a:gd name="connsiteX1" fmla="*/ 4890408 w 5151665"/>
              <a:gd name="connsiteY1" fmla="*/ 0 h 5886450"/>
              <a:gd name="connsiteX2" fmla="*/ 5151665 w 5151665"/>
              <a:gd name="connsiteY2" fmla="*/ 5886450 h 5886450"/>
              <a:gd name="connsiteX3" fmla="*/ 0 w 5151665"/>
              <a:gd name="connsiteY3" fmla="*/ 5813879 h 5886450"/>
              <a:gd name="connsiteX4" fmla="*/ 38826 w 5151665"/>
              <a:gd name="connsiteY4" fmla="*/ 1160417 h 5886450"/>
              <a:gd name="connsiteX0" fmla="*/ 23586 w 5151665"/>
              <a:gd name="connsiteY0" fmla="*/ 1160417 h 5886450"/>
              <a:gd name="connsiteX1" fmla="*/ 4890408 w 5151665"/>
              <a:gd name="connsiteY1" fmla="*/ 0 h 5886450"/>
              <a:gd name="connsiteX2" fmla="*/ 5151665 w 5151665"/>
              <a:gd name="connsiteY2" fmla="*/ 5886450 h 5886450"/>
              <a:gd name="connsiteX3" fmla="*/ 0 w 5151665"/>
              <a:gd name="connsiteY3" fmla="*/ 5813879 h 5886450"/>
              <a:gd name="connsiteX4" fmla="*/ 23586 w 5151665"/>
              <a:gd name="connsiteY4" fmla="*/ 1160417 h 5886450"/>
              <a:gd name="connsiteX0" fmla="*/ 726 w 5151665"/>
              <a:gd name="connsiteY0" fmla="*/ 1145177 h 5886450"/>
              <a:gd name="connsiteX1" fmla="*/ 4890408 w 5151665"/>
              <a:gd name="connsiteY1" fmla="*/ 0 h 5886450"/>
              <a:gd name="connsiteX2" fmla="*/ 5151665 w 5151665"/>
              <a:gd name="connsiteY2" fmla="*/ 5886450 h 5886450"/>
              <a:gd name="connsiteX3" fmla="*/ 0 w 5151665"/>
              <a:gd name="connsiteY3" fmla="*/ 5813879 h 5886450"/>
              <a:gd name="connsiteX4" fmla="*/ 726 w 5151665"/>
              <a:gd name="connsiteY4" fmla="*/ 1145177 h 5886450"/>
              <a:gd name="connsiteX0" fmla="*/ 15966 w 5151665"/>
              <a:gd name="connsiteY0" fmla="*/ 1137557 h 5886450"/>
              <a:gd name="connsiteX1" fmla="*/ 4890408 w 5151665"/>
              <a:gd name="connsiteY1" fmla="*/ 0 h 5886450"/>
              <a:gd name="connsiteX2" fmla="*/ 5151665 w 5151665"/>
              <a:gd name="connsiteY2" fmla="*/ 5886450 h 5886450"/>
              <a:gd name="connsiteX3" fmla="*/ 0 w 5151665"/>
              <a:gd name="connsiteY3" fmla="*/ 5813879 h 5886450"/>
              <a:gd name="connsiteX4" fmla="*/ 15966 w 5151665"/>
              <a:gd name="connsiteY4" fmla="*/ 1137557 h 5886450"/>
              <a:gd name="connsiteX0" fmla="*/ 15966 w 5151665"/>
              <a:gd name="connsiteY0" fmla="*/ 1137557 h 5886450"/>
              <a:gd name="connsiteX1" fmla="*/ 4890408 w 5151665"/>
              <a:gd name="connsiteY1" fmla="*/ 0 h 5886450"/>
              <a:gd name="connsiteX2" fmla="*/ 5151665 w 5151665"/>
              <a:gd name="connsiteY2" fmla="*/ 5886450 h 5886450"/>
              <a:gd name="connsiteX3" fmla="*/ 0 w 5151665"/>
              <a:gd name="connsiteY3" fmla="*/ 5813879 h 5886450"/>
              <a:gd name="connsiteX4" fmla="*/ 15966 w 5151665"/>
              <a:gd name="connsiteY4" fmla="*/ 1137557 h 5886450"/>
              <a:gd name="connsiteX0" fmla="*/ 15966 w 5126265"/>
              <a:gd name="connsiteY0" fmla="*/ 1137557 h 5899150"/>
              <a:gd name="connsiteX1" fmla="*/ 4890408 w 5126265"/>
              <a:gd name="connsiteY1" fmla="*/ 0 h 5899150"/>
              <a:gd name="connsiteX2" fmla="*/ 5126265 w 5126265"/>
              <a:gd name="connsiteY2" fmla="*/ 5899150 h 5899150"/>
              <a:gd name="connsiteX3" fmla="*/ 0 w 5126265"/>
              <a:gd name="connsiteY3" fmla="*/ 5813879 h 5899150"/>
              <a:gd name="connsiteX4" fmla="*/ 15966 w 5126265"/>
              <a:gd name="connsiteY4" fmla="*/ 1137557 h 5899150"/>
              <a:gd name="connsiteX0" fmla="*/ 15966 w 5138965"/>
              <a:gd name="connsiteY0" fmla="*/ 1137557 h 5899150"/>
              <a:gd name="connsiteX1" fmla="*/ 4890408 w 5138965"/>
              <a:gd name="connsiteY1" fmla="*/ 0 h 5899150"/>
              <a:gd name="connsiteX2" fmla="*/ 5138965 w 5138965"/>
              <a:gd name="connsiteY2" fmla="*/ 5899150 h 5899150"/>
              <a:gd name="connsiteX3" fmla="*/ 0 w 5138965"/>
              <a:gd name="connsiteY3" fmla="*/ 5813879 h 5899150"/>
              <a:gd name="connsiteX4" fmla="*/ 15966 w 5138965"/>
              <a:gd name="connsiteY4" fmla="*/ 1137557 h 5899150"/>
              <a:gd name="connsiteX0" fmla="*/ 15966 w 5138965"/>
              <a:gd name="connsiteY0" fmla="*/ 1156607 h 5918200"/>
              <a:gd name="connsiteX1" fmla="*/ 4884058 w 5138965"/>
              <a:gd name="connsiteY1" fmla="*/ 0 h 5918200"/>
              <a:gd name="connsiteX2" fmla="*/ 5138965 w 5138965"/>
              <a:gd name="connsiteY2" fmla="*/ 5918200 h 5918200"/>
              <a:gd name="connsiteX3" fmla="*/ 0 w 5138965"/>
              <a:gd name="connsiteY3" fmla="*/ 5832929 h 5918200"/>
              <a:gd name="connsiteX4" fmla="*/ 15966 w 5138965"/>
              <a:gd name="connsiteY4" fmla="*/ 1156607 h 5918200"/>
              <a:gd name="connsiteX0" fmla="*/ 3266 w 5126265"/>
              <a:gd name="connsiteY0" fmla="*/ 1156607 h 5918200"/>
              <a:gd name="connsiteX1" fmla="*/ 4871358 w 5126265"/>
              <a:gd name="connsiteY1" fmla="*/ 0 h 5918200"/>
              <a:gd name="connsiteX2" fmla="*/ 5126265 w 5126265"/>
              <a:gd name="connsiteY2" fmla="*/ 5918200 h 5918200"/>
              <a:gd name="connsiteX3" fmla="*/ 0 w 5126265"/>
              <a:gd name="connsiteY3" fmla="*/ 5839279 h 5918200"/>
              <a:gd name="connsiteX4" fmla="*/ 3266 w 5126265"/>
              <a:gd name="connsiteY4" fmla="*/ 1156607 h 5918200"/>
              <a:gd name="connsiteX0" fmla="*/ 0 w 5122999"/>
              <a:gd name="connsiteY0" fmla="*/ 1156607 h 5918200"/>
              <a:gd name="connsiteX1" fmla="*/ 4868092 w 5122999"/>
              <a:gd name="connsiteY1" fmla="*/ 0 h 5918200"/>
              <a:gd name="connsiteX2" fmla="*/ 5122999 w 5122999"/>
              <a:gd name="connsiteY2" fmla="*/ 5918200 h 5918200"/>
              <a:gd name="connsiteX3" fmla="*/ 9434 w 5122999"/>
              <a:gd name="connsiteY3" fmla="*/ 5864679 h 5918200"/>
              <a:gd name="connsiteX4" fmla="*/ 0 w 5122999"/>
              <a:gd name="connsiteY4" fmla="*/ 1156607 h 5918200"/>
              <a:gd name="connsiteX0" fmla="*/ 0 w 5122999"/>
              <a:gd name="connsiteY0" fmla="*/ 1156607 h 5918200"/>
              <a:gd name="connsiteX1" fmla="*/ 4868092 w 5122999"/>
              <a:gd name="connsiteY1" fmla="*/ 0 h 5918200"/>
              <a:gd name="connsiteX2" fmla="*/ 5122999 w 5122999"/>
              <a:gd name="connsiteY2" fmla="*/ 5918200 h 5918200"/>
              <a:gd name="connsiteX3" fmla="*/ 3084 w 5122999"/>
              <a:gd name="connsiteY3" fmla="*/ 5858329 h 5918200"/>
              <a:gd name="connsiteX4" fmla="*/ 0 w 5122999"/>
              <a:gd name="connsiteY4" fmla="*/ 1156607 h 5918200"/>
              <a:gd name="connsiteX0" fmla="*/ 0 w 5122999"/>
              <a:gd name="connsiteY0" fmla="*/ 1156607 h 5918200"/>
              <a:gd name="connsiteX1" fmla="*/ 4868092 w 5122999"/>
              <a:gd name="connsiteY1" fmla="*/ 0 h 5918200"/>
              <a:gd name="connsiteX2" fmla="*/ 5122999 w 5122999"/>
              <a:gd name="connsiteY2" fmla="*/ 5918200 h 5918200"/>
              <a:gd name="connsiteX3" fmla="*/ 3084 w 5122999"/>
              <a:gd name="connsiteY3" fmla="*/ 5845629 h 5918200"/>
              <a:gd name="connsiteX4" fmla="*/ 0 w 5122999"/>
              <a:gd name="connsiteY4" fmla="*/ 1156607 h 5918200"/>
              <a:gd name="connsiteX0" fmla="*/ 0 w 5122999"/>
              <a:gd name="connsiteY0" fmla="*/ 1093107 h 5854700"/>
              <a:gd name="connsiteX1" fmla="*/ 5007792 w 5122999"/>
              <a:gd name="connsiteY1" fmla="*/ 0 h 5854700"/>
              <a:gd name="connsiteX2" fmla="*/ 5122999 w 5122999"/>
              <a:gd name="connsiteY2" fmla="*/ 5854700 h 5854700"/>
              <a:gd name="connsiteX3" fmla="*/ 3084 w 5122999"/>
              <a:gd name="connsiteY3" fmla="*/ 5782129 h 5854700"/>
              <a:gd name="connsiteX4" fmla="*/ 0 w 5122999"/>
              <a:gd name="connsiteY4" fmla="*/ 1093107 h 5854700"/>
              <a:gd name="connsiteX0" fmla="*/ 0 w 5122999"/>
              <a:gd name="connsiteY0" fmla="*/ 1012144 h 5773737"/>
              <a:gd name="connsiteX1" fmla="*/ 5074467 w 5122999"/>
              <a:gd name="connsiteY1" fmla="*/ 0 h 5773737"/>
              <a:gd name="connsiteX2" fmla="*/ 5122999 w 5122999"/>
              <a:gd name="connsiteY2" fmla="*/ 5773737 h 5773737"/>
              <a:gd name="connsiteX3" fmla="*/ 3084 w 5122999"/>
              <a:gd name="connsiteY3" fmla="*/ 5701166 h 5773737"/>
              <a:gd name="connsiteX4" fmla="*/ 0 w 5122999"/>
              <a:gd name="connsiteY4" fmla="*/ 1012144 h 5773737"/>
              <a:gd name="connsiteX0" fmla="*/ 0 w 5126855"/>
              <a:gd name="connsiteY0" fmla="*/ 969282 h 5730875"/>
              <a:gd name="connsiteX1" fmla="*/ 5126855 w 5126855"/>
              <a:gd name="connsiteY1" fmla="*/ 0 h 5730875"/>
              <a:gd name="connsiteX2" fmla="*/ 5122999 w 5126855"/>
              <a:gd name="connsiteY2" fmla="*/ 5730875 h 5730875"/>
              <a:gd name="connsiteX3" fmla="*/ 3084 w 5126855"/>
              <a:gd name="connsiteY3" fmla="*/ 5658304 h 5730875"/>
              <a:gd name="connsiteX4" fmla="*/ 0 w 5126855"/>
              <a:gd name="connsiteY4" fmla="*/ 969282 h 5730875"/>
              <a:gd name="connsiteX0" fmla="*/ 0 w 5198292"/>
              <a:gd name="connsiteY0" fmla="*/ 878794 h 5640387"/>
              <a:gd name="connsiteX1" fmla="*/ 5198292 w 5198292"/>
              <a:gd name="connsiteY1" fmla="*/ 0 h 5640387"/>
              <a:gd name="connsiteX2" fmla="*/ 5122999 w 5198292"/>
              <a:gd name="connsiteY2" fmla="*/ 5640387 h 5640387"/>
              <a:gd name="connsiteX3" fmla="*/ 3084 w 5198292"/>
              <a:gd name="connsiteY3" fmla="*/ 5567816 h 5640387"/>
              <a:gd name="connsiteX4" fmla="*/ 0 w 5198292"/>
              <a:gd name="connsiteY4" fmla="*/ 878794 h 5640387"/>
              <a:gd name="connsiteX0" fmla="*/ 0 w 5212580"/>
              <a:gd name="connsiteY0" fmla="*/ 874032 h 5635625"/>
              <a:gd name="connsiteX1" fmla="*/ 5212580 w 5212580"/>
              <a:gd name="connsiteY1" fmla="*/ 0 h 5635625"/>
              <a:gd name="connsiteX2" fmla="*/ 5122999 w 5212580"/>
              <a:gd name="connsiteY2" fmla="*/ 5635625 h 5635625"/>
              <a:gd name="connsiteX3" fmla="*/ 3084 w 5212580"/>
              <a:gd name="connsiteY3" fmla="*/ 5563054 h 5635625"/>
              <a:gd name="connsiteX4" fmla="*/ 0 w 5212580"/>
              <a:gd name="connsiteY4" fmla="*/ 874032 h 5635625"/>
              <a:gd name="connsiteX0" fmla="*/ 0 w 5417368"/>
              <a:gd name="connsiteY0" fmla="*/ 769257 h 5635625"/>
              <a:gd name="connsiteX1" fmla="*/ 5417368 w 5417368"/>
              <a:gd name="connsiteY1" fmla="*/ 0 h 5635625"/>
              <a:gd name="connsiteX2" fmla="*/ 5327787 w 5417368"/>
              <a:gd name="connsiteY2" fmla="*/ 5635625 h 5635625"/>
              <a:gd name="connsiteX3" fmla="*/ 207872 w 5417368"/>
              <a:gd name="connsiteY3" fmla="*/ 5563054 h 5635625"/>
              <a:gd name="connsiteX4" fmla="*/ 0 w 5417368"/>
              <a:gd name="connsiteY4" fmla="*/ 769257 h 5635625"/>
              <a:gd name="connsiteX0" fmla="*/ 0 w 5722168"/>
              <a:gd name="connsiteY0" fmla="*/ 654957 h 5635625"/>
              <a:gd name="connsiteX1" fmla="*/ 5722168 w 5722168"/>
              <a:gd name="connsiteY1" fmla="*/ 0 h 5635625"/>
              <a:gd name="connsiteX2" fmla="*/ 5632587 w 5722168"/>
              <a:gd name="connsiteY2" fmla="*/ 5635625 h 5635625"/>
              <a:gd name="connsiteX3" fmla="*/ 512672 w 5722168"/>
              <a:gd name="connsiteY3" fmla="*/ 5563054 h 5635625"/>
              <a:gd name="connsiteX4" fmla="*/ 0 w 5722168"/>
              <a:gd name="connsiteY4" fmla="*/ 654957 h 5635625"/>
              <a:gd name="connsiteX0" fmla="*/ 0 w 5712643"/>
              <a:gd name="connsiteY0" fmla="*/ 597807 h 5635625"/>
              <a:gd name="connsiteX1" fmla="*/ 5712643 w 5712643"/>
              <a:gd name="connsiteY1" fmla="*/ 0 h 5635625"/>
              <a:gd name="connsiteX2" fmla="*/ 5623062 w 5712643"/>
              <a:gd name="connsiteY2" fmla="*/ 5635625 h 5635625"/>
              <a:gd name="connsiteX3" fmla="*/ 503147 w 5712643"/>
              <a:gd name="connsiteY3" fmla="*/ 5563054 h 5635625"/>
              <a:gd name="connsiteX4" fmla="*/ 0 w 5712643"/>
              <a:gd name="connsiteY4" fmla="*/ 597807 h 5635625"/>
              <a:gd name="connsiteX0" fmla="*/ 0 w 5731693"/>
              <a:gd name="connsiteY0" fmla="*/ 569232 h 5635625"/>
              <a:gd name="connsiteX1" fmla="*/ 5731693 w 5731693"/>
              <a:gd name="connsiteY1" fmla="*/ 0 h 5635625"/>
              <a:gd name="connsiteX2" fmla="*/ 5642112 w 5731693"/>
              <a:gd name="connsiteY2" fmla="*/ 5635625 h 5635625"/>
              <a:gd name="connsiteX3" fmla="*/ 522197 w 5731693"/>
              <a:gd name="connsiteY3" fmla="*/ 5563054 h 5635625"/>
              <a:gd name="connsiteX4" fmla="*/ 0 w 5731693"/>
              <a:gd name="connsiteY4" fmla="*/ 569232 h 5635625"/>
              <a:gd name="connsiteX0" fmla="*/ 0 w 5731693"/>
              <a:gd name="connsiteY0" fmla="*/ 569232 h 5635625"/>
              <a:gd name="connsiteX1" fmla="*/ 5731693 w 5731693"/>
              <a:gd name="connsiteY1" fmla="*/ 0 h 5635625"/>
              <a:gd name="connsiteX2" fmla="*/ 5642112 w 5731693"/>
              <a:gd name="connsiteY2" fmla="*/ 5635625 h 5635625"/>
              <a:gd name="connsiteX3" fmla="*/ 522197 w 5731693"/>
              <a:gd name="connsiteY3" fmla="*/ 5563054 h 5635625"/>
              <a:gd name="connsiteX4" fmla="*/ 0 w 5731693"/>
              <a:gd name="connsiteY4" fmla="*/ 569232 h 5635625"/>
              <a:gd name="connsiteX0" fmla="*/ 0 w 5731693"/>
              <a:gd name="connsiteY0" fmla="*/ 569232 h 5635625"/>
              <a:gd name="connsiteX1" fmla="*/ 5731693 w 5731693"/>
              <a:gd name="connsiteY1" fmla="*/ 0 h 5635625"/>
              <a:gd name="connsiteX2" fmla="*/ 5642112 w 5731693"/>
              <a:gd name="connsiteY2" fmla="*/ 5635625 h 5635625"/>
              <a:gd name="connsiteX3" fmla="*/ 403135 w 5731693"/>
              <a:gd name="connsiteY3" fmla="*/ 5520191 h 5635625"/>
              <a:gd name="connsiteX4" fmla="*/ 0 w 5731693"/>
              <a:gd name="connsiteY4" fmla="*/ 569232 h 5635625"/>
              <a:gd name="connsiteX0" fmla="*/ 0 w 5731693"/>
              <a:gd name="connsiteY0" fmla="*/ 569232 h 5635625"/>
              <a:gd name="connsiteX1" fmla="*/ 5731693 w 5731693"/>
              <a:gd name="connsiteY1" fmla="*/ 0 h 5635625"/>
              <a:gd name="connsiteX2" fmla="*/ 5642112 w 5731693"/>
              <a:gd name="connsiteY2" fmla="*/ 5635625 h 5635625"/>
              <a:gd name="connsiteX3" fmla="*/ 317410 w 5731693"/>
              <a:gd name="connsiteY3" fmla="*/ 5429704 h 5635625"/>
              <a:gd name="connsiteX4" fmla="*/ 0 w 5731693"/>
              <a:gd name="connsiteY4" fmla="*/ 569232 h 5635625"/>
              <a:gd name="connsiteX0" fmla="*/ 0 w 5731693"/>
              <a:gd name="connsiteY0" fmla="*/ 569232 h 5635625"/>
              <a:gd name="connsiteX1" fmla="*/ 5731693 w 5731693"/>
              <a:gd name="connsiteY1" fmla="*/ 0 h 5635625"/>
              <a:gd name="connsiteX2" fmla="*/ 5642112 w 5731693"/>
              <a:gd name="connsiteY2" fmla="*/ 5635625 h 5635625"/>
              <a:gd name="connsiteX3" fmla="*/ 274547 w 5731693"/>
              <a:gd name="connsiteY3" fmla="*/ 5420179 h 5635625"/>
              <a:gd name="connsiteX4" fmla="*/ 0 w 5731693"/>
              <a:gd name="connsiteY4" fmla="*/ 569232 h 5635625"/>
              <a:gd name="connsiteX0" fmla="*/ 0 w 5731693"/>
              <a:gd name="connsiteY0" fmla="*/ 569232 h 5635625"/>
              <a:gd name="connsiteX1" fmla="*/ 5731693 w 5731693"/>
              <a:gd name="connsiteY1" fmla="*/ 0 h 5635625"/>
              <a:gd name="connsiteX2" fmla="*/ 5642112 w 5731693"/>
              <a:gd name="connsiteY2" fmla="*/ 5635625 h 5635625"/>
              <a:gd name="connsiteX3" fmla="*/ 188822 w 5731693"/>
              <a:gd name="connsiteY3" fmla="*/ 5382079 h 5635625"/>
              <a:gd name="connsiteX4" fmla="*/ 0 w 5731693"/>
              <a:gd name="connsiteY4" fmla="*/ 569232 h 5635625"/>
              <a:gd name="connsiteX0" fmla="*/ 0 w 5731693"/>
              <a:gd name="connsiteY0" fmla="*/ 569232 h 5635625"/>
              <a:gd name="connsiteX1" fmla="*/ 5731693 w 5731693"/>
              <a:gd name="connsiteY1" fmla="*/ 0 h 5635625"/>
              <a:gd name="connsiteX2" fmla="*/ 5642112 w 5731693"/>
              <a:gd name="connsiteY2" fmla="*/ 5635625 h 5635625"/>
              <a:gd name="connsiteX3" fmla="*/ 136435 w 5731693"/>
              <a:gd name="connsiteY3" fmla="*/ 5291591 h 5635625"/>
              <a:gd name="connsiteX4" fmla="*/ 0 w 5731693"/>
              <a:gd name="connsiteY4" fmla="*/ 569232 h 5635625"/>
              <a:gd name="connsiteX0" fmla="*/ 0 w 5731693"/>
              <a:gd name="connsiteY0" fmla="*/ 569232 h 5635625"/>
              <a:gd name="connsiteX1" fmla="*/ 5731693 w 5731693"/>
              <a:gd name="connsiteY1" fmla="*/ 0 h 5635625"/>
              <a:gd name="connsiteX2" fmla="*/ 5642112 w 5731693"/>
              <a:gd name="connsiteY2" fmla="*/ 5635625 h 5635625"/>
              <a:gd name="connsiteX3" fmla="*/ 155485 w 5731693"/>
              <a:gd name="connsiteY3" fmla="*/ 5277304 h 5635625"/>
              <a:gd name="connsiteX4" fmla="*/ 0 w 5731693"/>
              <a:gd name="connsiteY4" fmla="*/ 569232 h 5635625"/>
              <a:gd name="connsiteX0" fmla="*/ 0 w 5731693"/>
              <a:gd name="connsiteY0" fmla="*/ 569232 h 5635625"/>
              <a:gd name="connsiteX1" fmla="*/ 5731693 w 5731693"/>
              <a:gd name="connsiteY1" fmla="*/ 0 h 5635625"/>
              <a:gd name="connsiteX2" fmla="*/ 5642112 w 5731693"/>
              <a:gd name="connsiteY2" fmla="*/ 5635625 h 5635625"/>
              <a:gd name="connsiteX3" fmla="*/ 179297 w 5731693"/>
              <a:gd name="connsiteY3" fmla="*/ 5291592 h 5635625"/>
              <a:gd name="connsiteX4" fmla="*/ 0 w 5731693"/>
              <a:gd name="connsiteY4" fmla="*/ 569232 h 5635625"/>
              <a:gd name="connsiteX0" fmla="*/ 0 w 5731693"/>
              <a:gd name="connsiteY0" fmla="*/ 569232 h 5635625"/>
              <a:gd name="connsiteX1" fmla="*/ 5731693 w 5731693"/>
              <a:gd name="connsiteY1" fmla="*/ 0 h 5635625"/>
              <a:gd name="connsiteX2" fmla="*/ 5642112 w 5731693"/>
              <a:gd name="connsiteY2" fmla="*/ 5635625 h 5635625"/>
              <a:gd name="connsiteX3" fmla="*/ 179297 w 5731693"/>
              <a:gd name="connsiteY3" fmla="*/ 5291592 h 5635625"/>
              <a:gd name="connsiteX4" fmla="*/ 0 w 5731693"/>
              <a:gd name="connsiteY4" fmla="*/ 569232 h 5635625"/>
              <a:gd name="connsiteX0" fmla="*/ 0 w 5731693"/>
              <a:gd name="connsiteY0" fmla="*/ 569232 h 5635625"/>
              <a:gd name="connsiteX1" fmla="*/ 5731693 w 5731693"/>
              <a:gd name="connsiteY1" fmla="*/ 0 h 5635625"/>
              <a:gd name="connsiteX2" fmla="*/ 5642112 w 5731693"/>
              <a:gd name="connsiteY2" fmla="*/ 5635625 h 5635625"/>
              <a:gd name="connsiteX3" fmla="*/ 179297 w 5731693"/>
              <a:gd name="connsiteY3" fmla="*/ 5291592 h 5635625"/>
              <a:gd name="connsiteX4" fmla="*/ 0 w 5731693"/>
              <a:gd name="connsiteY4" fmla="*/ 569232 h 5635625"/>
              <a:gd name="connsiteX0" fmla="*/ 0 w 5731693"/>
              <a:gd name="connsiteY0" fmla="*/ 569232 h 5635625"/>
              <a:gd name="connsiteX1" fmla="*/ 5731693 w 5731693"/>
              <a:gd name="connsiteY1" fmla="*/ 0 h 5635625"/>
              <a:gd name="connsiteX2" fmla="*/ 5642112 w 5731693"/>
              <a:gd name="connsiteY2" fmla="*/ 5635625 h 5635625"/>
              <a:gd name="connsiteX3" fmla="*/ 174535 w 5731693"/>
              <a:gd name="connsiteY3" fmla="*/ 5305879 h 5635625"/>
              <a:gd name="connsiteX4" fmla="*/ 0 w 5731693"/>
              <a:gd name="connsiteY4" fmla="*/ 569232 h 5635625"/>
              <a:gd name="connsiteX0" fmla="*/ 0 w 5789769"/>
              <a:gd name="connsiteY0" fmla="*/ 569232 h 5854700"/>
              <a:gd name="connsiteX1" fmla="*/ 5731693 w 5789769"/>
              <a:gd name="connsiteY1" fmla="*/ 0 h 5854700"/>
              <a:gd name="connsiteX2" fmla="*/ 5789749 w 5789769"/>
              <a:gd name="connsiteY2" fmla="*/ 5854700 h 5854700"/>
              <a:gd name="connsiteX3" fmla="*/ 174535 w 5789769"/>
              <a:gd name="connsiteY3" fmla="*/ 5305879 h 5854700"/>
              <a:gd name="connsiteX4" fmla="*/ 0 w 5789769"/>
              <a:gd name="connsiteY4" fmla="*/ 569232 h 5854700"/>
              <a:gd name="connsiteX0" fmla="*/ 0 w 6199326"/>
              <a:gd name="connsiteY0" fmla="*/ 569232 h 5973763"/>
              <a:gd name="connsiteX1" fmla="*/ 5731693 w 6199326"/>
              <a:gd name="connsiteY1" fmla="*/ 0 h 5973763"/>
              <a:gd name="connsiteX2" fmla="*/ 6199324 w 6199326"/>
              <a:gd name="connsiteY2" fmla="*/ 5973763 h 5973763"/>
              <a:gd name="connsiteX3" fmla="*/ 174535 w 6199326"/>
              <a:gd name="connsiteY3" fmla="*/ 5305879 h 5973763"/>
              <a:gd name="connsiteX4" fmla="*/ 0 w 6199326"/>
              <a:gd name="connsiteY4" fmla="*/ 569232 h 5973763"/>
              <a:gd name="connsiteX0" fmla="*/ 0 w 6237426"/>
              <a:gd name="connsiteY0" fmla="*/ 569232 h 5959475"/>
              <a:gd name="connsiteX1" fmla="*/ 5731693 w 6237426"/>
              <a:gd name="connsiteY1" fmla="*/ 0 h 5959475"/>
              <a:gd name="connsiteX2" fmla="*/ 6237424 w 6237426"/>
              <a:gd name="connsiteY2" fmla="*/ 5959475 h 5959475"/>
              <a:gd name="connsiteX3" fmla="*/ 174535 w 6237426"/>
              <a:gd name="connsiteY3" fmla="*/ 5305879 h 5959475"/>
              <a:gd name="connsiteX4" fmla="*/ 0 w 6237426"/>
              <a:gd name="connsiteY4" fmla="*/ 569232 h 5959475"/>
              <a:gd name="connsiteX0" fmla="*/ 0 w 6266001"/>
              <a:gd name="connsiteY0" fmla="*/ 569232 h 5983287"/>
              <a:gd name="connsiteX1" fmla="*/ 5731693 w 6266001"/>
              <a:gd name="connsiteY1" fmla="*/ 0 h 5983287"/>
              <a:gd name="connsiteX2" fmla="*/ 6265999 w 6266001"/>
              <a:gd name="connsiteY2" fmla="*/ 5983287 h 5983287"/>
              <a:gd name="connsiteX3" fmla="*/ 174535 w 6266001"/>
              <a:gd name="connsiteY3" fmla="*/ 5305879 h 5983287"/>
              <a:gd name="connsiteX4" fmla="*/ 0 w 6266001"/>
              <a:gd name="connsiteY4" fmla="*/ 569232 h 5983287"/>
              <a:gd name="connsiteX0" fmla="*/ 0 w 6265999"/>
              <a:gd name="connsiteY0" fmla="*/ 569232 h 5983287"/>
              <a:gd name="connsiteX1" fmla="*/ 5731693 w 6265999"/>
              <a:gd name="connsiteY1" fmla="*/ 0 h 5983287"/>
              <a:gd name="connsiteX2" fmla="*/ 6265999 w 6265999"/>
              <a:gd name="connsiteY2" fmla="*/ 5983287 h 5983287"/>
              <a:gd name="connsiteX3" fmla="*/ 174535 w 6265999"/>
              <a:gd name="connsiteY3" fmla="*/ 5305879 h 5983287"/>
              <a:gd name="connsiteX4" fmla="*/ 0 w 6265999"/>
              <a:gd name="connsiteY4" fmla="*/ 569232 h 5983287"/>
              <a:gd name="connsiteX0" fmla="*/ 0 w 6266543"/>
              <a:gd name="connsiteY0" fmla="*/ 569232 h 5983385"/>
              <a:gd name="connsiteX1" fmla="*/ 5731693 w 6266543"/>
              <a:gd name="connsiteY1" fmla="*/ 0 h 5983385"/>
              <a:gd name="connsiteX2" fmla="*/ 6265999 w 6266543"/>
              <a:gd name="connsiteY2" fmla="*/ 5983287 h 5983385"/>
              <a:gd name="connsiteX3" fmla="*/ 174535 w 6266543"/>
              <a:gd name="connsiteY3" fmla="*/ 5305879 h 5983385"/>
              <a:gd name="connsiteX4" fmla="*/ 0 w 6266543"/>
              <a:gd name="connsiteY4" fmla="*/ 569232 h 5983385"/>
              <a:gd name="connsiteX0" fmla="*/ 0 w 6266049"/>
              <a:gd name="connsiteY0" fmla="*/ 569232 h 5983301"/>
              <a:gd name="connsiteX1" fmla="*/ 5731693 w 6266049"/>
              <a:gd name="connsiteY1" fmla="*/ 0 h 5983301"/>
              <a:gd name="connsiteX2" fmla="*/ 6265999 w 6266049"/>
              <a:gd name="connsiteY2" fmla="*/ 5983287 h 5983301"/>
              <a:gd name="connsiteX3" fmla="*/ 174535 w 6266049"/>
              <a:gd name="connsiteY3" fmla="*/ 5305879 h 5983301"/>
              <a:gd name="connsiteX4" fmla="*/ 0 w 6266049"/>
              <a:gd name="connsiteY4" fmla="*/ 569232 h 5983301"/>
              <a:gd name="connsiteX0" fmla="*/ 0 w 6266047"/>
              <a:gd name="connsiteY0" fmla="*/ 588282 h 6002351"/>
              <a:gd name="connsiteX1" fmla="*/ 5712643 w 6266047"/>
              <a:gd name="connsiteY1" fmla="*/ 0 h 6002351"/>
              <a:gd name="connsiteX2" fmla="*/ 6265999 w 6266047"/>
              <a:gd name="connsiteY2" fmla="*/ 6002337 h 6002351"/>
              <a:gd name="connsiteX3" fmla="*/ 174535 w 6266047"/>
              <a:gd name="connsiteY3" fmla="*/ 5324929 h 6002351"/>
              <a:gd name="connsiteX4" fmla="*/ 0 w 6266047"/>
              <a:gd name="connsiteY4" fmla="*/ 588282 h 6002351"/>
              <a:gd name="connsiteX0" fmla="*/ 0 w 6266046"/>
              <a:gd name="connsiteY0" fmla="*/ 616857 h 6030926"/>
              <a:gd name="connsiteX1" fmla="*/ 5703118 w 6266046"/>
              <a:gd name="connsiteY1" fmla="*/ 0 h 6030926"/>
              <a:gd name="connsiteX2" fmla="*/ 6265999 w 6266046"/>
              <a:gd name="connsiteY2" fmla="*/ 6030912 h 6030926"/>
              <a:gd name="connsiteX3" fmla="*/ 174535 w 6266046"/>
              <a:gd name="connsiteY3" fmla="*/ 5353504 h 6030926"/>
              <a:gd name="connsiteX4" fmla="*/ 0 w 6266046"/>
              <a:gd name="connsiteY4" fmla="*/ 616857 h 6030926"/>
              <a:gd name="connsiteX0" fmla="*/ 0 w 6266046"/>
              <a:gd name="connsiteY0" fmla="*/ 616857 h 6030922"/>
              <a:gd name="connsiteX1" fmla="*/ 5703118 w 6266046"/>
              <a:gd name="connsiteY1" fmla="*/ 0 h 6030922"/>
              <a:gd name="connsiteX2" fmla="*/ 6265999 w 6266046"/>
              <a:gd name="connsiteY2" fmla="*/ 6030912 h 6030922"/>
              <a:gd name="connsiteX3" fmla="*/ 174535 w 6266046"/>
              <a:gd name="connsiteY3" fmla="*/ 5353504 h 6030922"/>
              <a:gd name="connsiteX4" fmla="*/ 0 w 6266046"/>
              <a:gd name="connsiteY4" fmla="*/ 616857 h 6030922"/>
              <a:gd name="connsiteX0" fmla="*/ 0 w 6370821"/>
              <a:gd name="connsiteY0" fmla="*/ 502557 h 6030922"/>
              <a:gd name="connsiteX1" fmla="*/ 5807893 w 6370821"/>
              <a:gd name="connsiteY1" fmla="*/ 0 h 6030922"/>
              <a:gd name="connsiteX2" fmla="*/ 6370774 w 6370821"/>
              <a:gd name="connsiteY2" fmla="*/ 6030912 h 6030922"/>
              <a:gd name="connsiteX3" fmla="*/ 279310 w 6370821"/>
              <a:gd name="connsiteY3" fmla="*/ 5353504 h 6030922"/>
              <a:gd name="connsiteX4" fmla="*/ 0 w 6370821"/>
              <a:gd name="connsiteY4" fmla="*/ 502557 h 6030922"/>
              <a:gd name="connsiteX0" fmla="*/ 0 w 6380346"/>
              <a:gd name="connsiteY0" fmla="*/ 464457 h 6030922"/>
              <a:gd name="connsiteX1" fmla="*/ 5817418 w 6380346"/>
              <a:gd name="connsiteY1" fmla="*/ 0 h 6030922"/>
              <a:gd name="connsiteX2" fmla="*/ 6380299 w 6380346"/>
              <a:gd name="connsiteY2" fmla="*/ 6030912 h 6030922"/>
              <a:gd name="connsiteX3" fmla="*/ 288835 w 6380346"/>
              <a:gd name="connsiteY3" fmla="*/ 5353504 h 6030922"/>
              <a:gd name="connsiteX4" fmla="*/ 0 w 6380346"/>
              <a:gd name="connsiteY4" fmla="*/ 464457 h 6030922"/>
              <a:gd name="connsiteX0" fmla="*/ 0 w 6418446"/>
              <a:gd name="connsiteY0" fmla="*/ 473982 h 6030922"/>
              <a:gd name="connsiteX1" fmla="*/ 5855518 w 6418446"/>
              <a:gd name="connsiteY1" fmla="*/ 0 h 6030922"/>
              <a:gd name="connsiteX2" fmla="*/ 6418399 w 6418446"/>
              <a:gd name="connsiteY2" fmla="*/ 6030912 h 6030922"/>
              <a:gd name="connsiteX3" fmla="*/ 326935 w 6418446"/>
              <a:gd name="connsiteY3" fmla="*/ 5353504 h 6030922"/>
              <a:gd name="connsiteX4" fmla="*/ 0 w 6418446"/>
              <a:gd name="connsiteY4" fmla="*/ 473982 h 6030922"/>
              <a:gd name="connsiteX0" fmla="*/ 0 w 6418450"/>
              <a:gd name="connsiteY0" fmla="*/ 483507 h 6040447"/>
              <a:gd name="connsiteX1" fmla="*/ 5893618 w 6418450"/>
              <a:gd name="connsiteY1" fmla="*/ 0 h 6040447"/>
              <a:gd name="connsiteX2" fmla="*/ 6418399 w 6418450"/>
              <a:gd name="connsiteY2" fmla="*/ 6040437 h 6040447"/>
              <a:gd name="connsiteX3" fmla="*/ 326935 w 6418450"/>
              <a:gd name="connsiteY3" fmla="*/ 5363029 h 6040447"/>
              <a:gd name="connsiteX4" fmla="*/ 0 w 6418450"/>
              <a:gd name="connsiteY4" fmla="*/ 483507 h 6040447"/>
              <a:gd name="connsiteX0" fmla="*/ 0 w 6418450"/>
              <a:gd name="connsiteY0" fmla="*/ 454932 h 6011872"/>
              <a:gd name="connsiteX1" fmla="*/ 5893618 w 6418450"/>
              <a:gd name="connsiteY1" fmla="*/ 0 h 6011872"/>
              <a:gd name="connsiteX2" fmla="*/ 6418399 w 6418450"/>
              <a:gd name="connsiteY2" fmla="*/ 6011862 h 6011872"/>
              <a:gd name="connsiteX3" fmla="*/ 326935 w 6418450"/>
              <a:gd name="connsiteY3" fmla="*/ 5334454 h 6011872"/>
              <a:gd name="connsiteX4" fmla="*/ 0 w 6418450"/>
              <a:gd name="connsiteY4" fmla="*/ 454932 h 6011872"/>
              <a:gd name="connsiteX0" fmla="*/ 0 w 6418450"/>
              <a:gd name="connsiteY0" fmla="*/ 454932 h 6011872"/>
              <a:gd name="connsiteX1" fmla="*/ 5893618 w 6418450"/>
              <a:gd name="connsiteY1" fmla="*/ 0 h 6011872"/>
              <a:gd name="connsiteX2" fmla="*/ 6418399 w 6418450"/>
              <a:gd name="connsiteY2" fmla="*/ 6011862 h 6011872"/>
              <a:gd name="connsiteX3" fmla="*/ 269785 w 6418450"/>
              <a:gd name="connsiteY3" fmla="*/ 5239204 h 6011872"/>
              <a:gd name="connsiteX4" fmla="*/ 0 w 6418450"/>
              <a:gd name="connsiteY4" fmla="*/ 454932 h 6011872"/>
              <a:gd name="connsiteX0" fmla="*/ 0 w 6418450"/>
              <a:gd name="connsiteY0" fmla="*/ 454932 h 6011872"/>
              <a:gd name="connsiteX1" fmla="*/ 5893618 w 6418450"/>
              <a:gd name="connsiteY1" fmla="*/ 0 h 6011872"/>
              <a:gd name="connsiteX2" fmla="*/ 6418399 w 6418450"/>
              <a:gd name="connsiteY2" fmla="*/ 6011862 h 6011872"/>
              <a:gd name="connsiteX3" fmla="*/ 212635 w 6418450"/>
              <a:gd name="connsiteY3" fmla="*/ 5239204 h 6011872"/>
              <a:gd name="connsiteX4" fmla="*/ 0 w 6418450"/>
              <a:gd name="connsiteY4" fmla="*/ 454932 h 6011872"/>
              <a:gd name="connsiteX0" fmla="*/ 0 w 6418450"/>
              <a:gd name="connsiteY0" fmla="*/ 454932 h 6011872"/>
              <a:gd name="connsiteX1" fmla="*/ 5893618 w 6418450"/>
              <a:gd name="connsiteY1" fmla="*/ 0 h 6011872"/>
              <a:gd name="connsiteX2" fmla="*/ 6418399 w 6418450"/>
              <a:gd name="connsiteY2" fmla="*/ 6011862 h 6011872"/>
              <a:gd name="connsiteX3" fmla="*/ 193585 w 6418450"/>
              <a:gd name="connsiteY3" fmla="*/ 5201104 h 6011872"/>
              <a:gd name="connsiteX4" fmla="*/ 0 w 6418450"/>
              <a:gd name="connsiteY4" fmla="*/ 454932 h 6011872"/>
              <a:gd name="connsiteX0" fmla="*/ 0 w 6456546"/>
              <a:gd name="connsiteY0" fmla="*/ 454932 h 6069021"/>
              <a:gd name="connsiteX1" fmla="*/ 5893618 w 6456546"/>
              <a:gd name="connsiteY1" fmla="*/ 0 h 6069021"/>
              <a:gd name="connsiteX2" fmla="*/ 6456499 w 6456546"/>
              <a:gd name="connsiteY2" fmla="*/ 6069012 h 6069021"/>
              <a:gd name="connsiteX3" fmla="*/ 193585 w 6456546"/>
              <a:gd name="connsiteY3" fmla="*/ 5201104 h 6069021"/>
              <a:gd name="connsiteX4" fmla="*/ 0 w 6456546"/>
              <a:gd name="connsiteY4" fmla="*/ 454932 h 6069021"/>
              <a:gd name="connsiteX0" fmla="*/ 0 w 6441306"/>
              <a:gd name="connsiteY0" fmla="*/ 424452 h 6069021"/>
              <a:gd name="connsiteX1" fmla="*/ 5878378 w 6441306"/>
              <a:gd name="connsiteY1" fmla="*/ 0 h 6069021"/>
              <a:gd name="connsiteX2" fmla="*/ 6441259 w 6441306"/>
              <a:gd name="connsiteY2" fmla="*/ 6069012 h 6069021"/>
              <a:gd name="connsiteX3" fmla="*/ 178345 w 6441306"/>
              <a:gd name="connsiteY3" fmla="*/ 5201104 h 6069021"/>
              <a:gd name="connsiteX4" fmla="*/ 0 w 6441306"/>
              <a:gd name="connsiteY4" fmla="*/ 424452 h 6069021"/>
              <a:gd name="connsiteX0" fmla="*/ 0 w 6471786"/>
              <a:gd name="connsiteY0" fmla="*/ 424452 h 6069021"/>
              <a:gd name="connsiteX1" fmla="*/ 5908858 w 6471786"/>
              <a:gd name="connsiteY1" fmla="*/ 0 h 6069021"/>
              <a:gd name="connsiteX2" fmla="*/ 6471739 w 6471786"/>
              <a:gd name="connsiteY2" fmla="*/ 6069012 h 6069021"/>
              <a:gd name="connsiteX3" fmla="*/ 208825 w 6471786"/>
              <a:gd name="connsiteY3" fmla="*/ 5201104 h 6069021"/>
              <a:gd name="connsiteX4" fmla="*/ 0 w 6471786"/>
              <a:gd name="connsiteY4" fmla="*/ 424452 h 6069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71786" h="6069021">
                <a:moveTo>
                  <a:pt x="0" y="424452"/>
                </a:moveTo>
                <a:lnTo>
                  <a:pt x="5908858" y="0"/>
                </a:lnTo>
                <a:cubicBezTo>
                  <a:pt x="5907573" y="5292"/>
                  <a:pt x="6477786" y="6078007"/>
                  <a:pt x="6471739" y="6069012"/>
                </a:cubicBezTo>
                <a:lnTo>
                  <a:pt x="208825" y="5201104"/>
                </a:lnTo>
                <a:cubicBezTo>
                  <a:pt x="156513" y="3606573"/>
                  <a:pt x="1330" y="437606"/>
                  <a:pt x="0" y="42445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127000">
              <a:prstClr val="black"/>
            </a:innerShdw>
          </a:effectLst>
          <a:scene3d>
            <a:camera prst="isometricRightUp">
              <a:rot lat="1788000" lon="18522000" rev="21360000"/>
            </a:camera>
            <a:lightRig rig="threePt" dir="t"/>
          </a:scene3d>
        </p:spPr>
        <p:txBody>
          <a:bodyPr/>
          <a:lstStyle>
            <a:lvl1pPr marL="0" indent="0" algn="ctr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3D7B17A-2109-7868-28F1-645A97EF76B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5519" y="304846"/>
            <a:ext cx="1139451" cy="150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330914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B7FA140-AFA2-4797-AC92-8C9882C5F3A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02907" y="0"/>
            <a:ext cx="6368301" cy="5345818"/>
          </a:xfrm>
          <a:custGeom>
            <a:avLst/>
            <a:gdLst>
              <a:gd name="connsiteX0" fmla="*/ 6063057 w 10173528"/>
              <a:gd name="connsiteY0" fmla="*/ 5202319 h 8553309"/>
              <a:gd name="connsiteX1" fmla="*/ 3904825 w 10173528"/>
              <a:gd name="connsiteY1" fmla="*/ 5207005 h 8553309"/>
              <a:gd name="connsiteX2" fmla="*/ 4981598 w 10173528"/>
              <a:gd name="connsiteY2" fmla="*/ 6283779 h 8553309"/>
              <a:gd name="connsiteX3" fmla="*/ 6022551 w 10173528"/>
              <a:gd name="connsiteY3" fmla="*/ 1718841 h 8553309"/>
              <a:gd name="connsiteX4" fmla="*/ 3864319 w 10173528"/>
              <a:gd name="connsiteY4" fmla="*/ 1723527 h 8553309"/>
              <a:gd name="connsiteX5" fmla="*/ 4941091 w 10173528"/>
              <a:gd name="connsiteY5" fmla="*/ 2800300 h 8553309"/>
              <a:gd name="connsiteX6" fmla="*/ 0 w 10173528"/>
              <a:gd name="connsiteY6" fmla="*/ 0 h 8553309"/>
              <a:gd name="connsiteX7" fmla="*/ 10133023 w 10173528"/>
              <a:gd name="connsiteY7" fmla="*/ 6635 h 8553309"/>
              <a:gd name="connsiteX8" fmla="*/ 6641875 w 10173528"/>
              <a:gd name="connsiteY8" fmla="*/ 3497783 h 8553309"/>
              <a:gd name="connsiteX9" fmla="*/ 10173528 w 10173528"/>
              <a:gd name="connsiteY9" fmla="*/ 3490114 h 8553309"/>
              <a:gd name="connsiteX10" fmla="*/ 5110334 w 10173528"/>
              <a:gd name="connsiteY10" fmla="*/ 8553309 h 8553309"/>
              <a:gd name="connsiteX11" fmla="*/ 69079 w 10173528"/>
              <a:gd name="connsiteY11" fmla="*/ 3512054 h 8553309"/>
              <a:gd name="connsiteX12" fmla="*/ 3504592 w 10173528"/>
              <a:gd name="connsiteY12" fmla="*/ 3504593 h 8553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173528" h="8553309">
                <a:moveTo>
                  <a:pt x="6063057" y="5202319"/>
                </a:moveTo>
                <a:lnTo>
                  <a:pt x="3904825" y="5207005"/>
                </a:lnTo>
                <a:lnTo>
                  <a:pt x="4981598" y="6283779"/>
                </a:lnTo>
                <a:close/>
                <a:moveTo>
                  <a:pt x="6022551" y="1718841"/>
                </a:moveTo>
                <a:lnTo>
                  <a:pt x="3864319" y="1723527"/>
                </a:lnTo>
                <a:lnTo>
                  <a:pt x="4941091" y="2800300"/>
                </a:lnTo>
                <a:close/>
                <a:moveTo>
                  <a:pt x="0" y="0"/>
                </a:moveTo>
                <a:lnTo>
                  <a:pt x="10133023" y="6635"/>
                </a:lnTo>
                <a:lnTo>
                  <a:pt x="6641875" y="3497783"/>
                </a:lnTo>
                <a:lnTo>
                  <a:pt x="10173528" y="3490114"/>
                </a:lnTo>
                <a:lnTo>
                  <a:pt x="5110334" y="8553309"/>
                </a:lnTo>
                <a:lnTo>
                  <a:pt x="69079" y="3512054"/>
                </a:lnTo>
                <a:lnTo>
                  <a:pt x="3504592" y="3504593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1B78-826D-4FE9-99FE-428C8E62A6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12076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A44904F0-1949-48A4-8AD0-2455F5803FA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43875" y="0"/>
            <a:ext cx="6748125" cy="6858000"/>
          </a:xfrm>
          <a:custGeom>
            <a:avLst/>
            <a:gdLst>
              <a:gd name="connsiteX0" fmla="*/ 1041786 w 10780306"/>
              <a:gd name="connsiteY0" fmla="*/ 0 h 10972800"/>
              <a:gd name="connsiteX1" fmla="*/ 10780306 w 10780306"/>
              <a:gd name="connsiteY1" fmla="*/ 0 h 10972800"/>
              <a:gd name="connsiteX2" fmla="*/ 10780306 w 10780306"/>
              <a:gd name="connsiteY2" fmla="*/ 10972800 h 10972800"/>
              <a:gd name="connsiteX3" fmla="*/ 1041786 w 10780306"/>
              <a:gd name="connsiteY3" fmla="*/ 10972800 h 10972800"/>
              <a:gd name="connsiteX4" fmla="*/ 1041786 w 10780306"/>
              <a:gd name="connsiteY4" fmla="*/ 6724898 h 10972800"/>
              <a:gd name="connsiteX5" fmla="*/ 0 w 10780306"/>
              <a:gd name="connsiteY5" fmla="*/ 6106781 h 10972800"/>
              <a:gd name="connsiteX6" fmla="*/ 1041786 w 10780306"/>
              <a:gd name="connsiteY6" fmla="*/ 5488663 h 10972800"/>
              <a:gd name="connsiteX7" fmla="*/ 1041786 w 10780306"/>
              <a:gd name="connsiteY7" fmla="*/ 5484142 h 10972800"/>
              <a:gd name="connsiteX8" fmla="*/ 2083574 w 10780306"/>
              <a:gd name="connsiteY8" fmla="*/ 4866023 h 10972800"/>
              <a:gd name="connsiteX9" fmla="*/ 1041786 w 10780306"/>
              <a:gd name="connsiteY9" fmla="*/ 4247904 h 1097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780306" h="10972800">
                <a:moveTo>
                  <a:pt x="1041786" y="0"/>
                </a:moveTo>
                <a:lnTo>
                  <a:pt x="10780306" y="0"/>
                </a:lnTo>
                <a:lnTo>
                  <a:pt x="10780306" y="10972800"/>
                </a:lnTo>
                <a:lnTo>
                  <a:pt x="1041786" y="10972800"/>
                </a:lnTo>
                <a:lnTo>
                  <a:pt x="1041786" y="6724898"/>
                </a:lnTo>
                <a:lnTo>
                  <a:pt x="0" y="6106781"/>
                </a:lnTo>
                <a:lnTo>
                  <a:pt x="1041786" y="5488663"/>
                </a:lnTo>
                <a:lnTo>
                  <a:pt x="1041786" y="5484142"/>
                </a:lnTo>
                <a:lnTo>
                  <a:pt x="2083574" y="4866023"/>
                </a:lnTo>
                <a:lnTo>
                  <a:pt x="1041786" y="4247904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C095B03-6820-4532-9811-CEFA7CD6D14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750510" cy="6858000"/>
          </a:xfrm>
          <a:custGeom>
            <a:avLst/>
            <a:gdLst>
              <a:gd name="connsiteX0" fmla="*/ 0 w 10784114"/>
              <a:gd name="connsiteY0" fmla="*/ 0 h 10972800"/>
              <a:gd name="connsiteX1" fmla="*/ 9738520 w 10784114"/>
              <a:gd name="connsiteY1" fmla="*/ 0 h 10972800"/>
              <a:gd name="connsiteX2" fmla="*/ 9738520 w 10784114"/>
              <a:gd name="connsiteY2" fmla="*/ 4245646 h 10972800"/>
              <a:gd name="connsiteX3" fmla="*/ 10784114 w 10784114"/>
              <a:gd name="connsiteY3" fmla="*/ 4866024 h 10972800"/>
              <a:gd name="connsiteX4" fmla="*/ 9738520 w 10784114"/>
              <a:gd name="connsiteY4" fmla="*/ 5486401 h 10972800"/>
              <a:gd name="connsiteX5" fmla="*/ 9738520 w 10784114"/>
              <a:gd name="connsiteY5" fmla="*/ 5488661 h 10972800"/>
              <a:gd name="connsiteX6" fmla="*/ 8696732 w 10784114"/>
              <a:gd name="connsiteY6" fmla="*/ 6106781 h 10972800"/>
              <a:gd name="connsiteX7" fmla="*/ 9738520 w 10784114"/>
              <a:gd name="connsiteY7" fmla="*/ 6724899 h 10972800"/>
              <a:gd name="connsiteX8" fmla="*/ 9738520 w 10784114"/>
              <a:gd name="connsiteY8" fmla="*/ 10972800 h 10972800"/>
              <a:gd name="connsiteX9" fmla="*/ 0 w 10784114"/>
              <a:gd name="connsiteY9" fmla="*/ 10972800 h 1097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784114" h="10972800">
                <a:moveTo>
                  <a:pt x="0" y="0"/>
                </a:moveTo>
                <a:lnTo>
                  <a:pt x="9738520" y="0"/>
                </a:lnTo>
                <a:lnTo>
                  <a:pt x="9738520" y="4245646"/>
                </a:lnTo>
                <a:lnTo>
                  <a:pt x="10784114" y="4866024"/>
                </a:lnTo>
                <a:lnTo>
                  <a:pt x="9738520" y="5486401"/>
                </a:lnTo>
                <a:lnTo>
                  <a:pt x="9738520" y="5488661"/>
                </a:lnTo>
                <a:lnTo>
                  <a:pt x="8696732" y="6106781"/>
                </a:lnTo>
                <a:lnTo>
                  <a:pt x="9738520" y="6724899"/>
                </a:lnTo>
                <a:lnTo>
                  <a:pt x="9738520" y="10972800"/>
                </a:lnTo>
                <a:lnTo>
                  <a:pt x="0" y="10972800"/>
                </a:lnTo>
                <a:close/>
              </a:path>
            </a:pathLst>
          </a:custGeom>
          <a:solidFill>
            <a:schemeClr val="bg1">
              <a:alpha val="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41597521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604C78B-E04E-465D-AFDC-925F2B001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12192000" cy="5419781"/>
          </a:xfrm>
          <a:custGeom>
            <a:avLst/>
            <a:gdLst>
              <a:gd name="connsiteX0" fmla="*/ 0 w 19477038"/>
              <a:gd name="connsiteY0" fmla="*/ 0 h 8671650"/>
              <a:gd name="connsiteX1" fmla="*/ 19477038 w 19477038"/>
              <a:gd name="connsiteY1" fmla="*/ 0 h 8671650"/>
              <a:gd name="connsiteX2" fmla="*/ 19477038 w 19477038"/>
              <a:gd name="connsiteY2" fmla="*/ 8247720 h 8671650"/>
              <a:gd name="connsiteX3" fmla="*/ 0 w 19477038"/>
              <a:gd name="connsiteY3" fmla="*/ 8247720 h 86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77038" h="8671650">
                <a:moveTo>
                  <a:pt x="0" y="0"/>
                </a:moveTo>
                <a:lnTo>
                  <a:pt x="19477038" y="0"/>
                </a:lnTo>
                <a:lnTo>
                  <a:pt x="19477038" y="8247720"/>
                </a:lnTo>
                <a:cubicBezTo>
                  <a:pt x="12276770" y="6148838"/>
                  <a:pt x="7406747" y="9873614"/>
                  <a:pt x="0" y="824772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41125508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1B78-826D-4FE9-99FE-428C8E62A634}" type="slidenum">
              <a:rPr lang="en-US" smtClean="0"/>
              <a:t>‹Nº›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B054D19-3EAE-451E-AEA5-B6B2509C2E1E}"/>
              </a:ext>
            </a:extLst>
          </p:cNvPr>
          <p:cNvSpPr/>
          <p:nvPr userDrawn="1"/>
        </p:nvSpPr>
        <p:spPr>
          <a:xfrm>
            <a:off x="2309588" y="170491"/>
            <a:ext cx="8517186" cy="6517023"/>
          </a:xfrm>
          <a:custGeom>
            <a:avLst/>
            <a:gdLst>
              <a:gd name="connsiteX0" fmla="*/ 169643 w 3522865"/>
              <a:gd name="connsiteY0" fmla="*/ 1030958 h 2484348"/>
              <a:gd name="connsiteX1" fmla="*/ 2684243 w 3522865"/>
              <a:gd name="connsiteY1" fmla="*/ 2258 h 2484348"/>
              <a:gd name="connsiteX2" fmla="*/ 3522443 w 3522865"/>
              <a:gd name="connsiteY2" fmla="*/ 1316708 h 2484348"/>
              <a:gd name="connsiteX3" fmla="*/ 2779493 w 3522865"/>
              <a:gd name="connsiteY3" fmla="*/ 2478758 h 2484348"/>
              <a:gd name="connsiteX4" fmla="*/ 1579343 w 3522865"/>
              <a:gd name="connsiteY4" fmla="*/ 1773908 h 2484348"/>
              <a:gd name="connsiteX5" fmla="*/ 379193 w 3522865"/>
              <a:gd name="connsiteY5" fmla="*/ 2154908 h 2484348"/>
              <a:gd name="connsiteX6" fmla="*/ 169643 w 3522865"/>
              <a:gd name="connsiteY6" fmla="*/ 1030958 h 2484348"/>
              <a:gd name="connsiteX0" fmla="*/ 158936 w 3514183"/>
              <a:gd name="connsiteY0" fmla="*/ 433349 h 1886739"/>
              <a:gd name="connsiteX1" fmla="*/ 2528756 w 3514183"/>
              <a:gd name="connsiteY1" fmla="*/ 6629 h 1886739"/>
              <a:gd name="connsiteX2" fmla="*/ 3511736 w 3514183"/>
              <a:gd name="connsiteY2" fmla="*/ 719099 h 1886739"/>
              <a:gd name="connsiteX3" fmla="*/ 2768786 w 3514183"/>
              <a:gd name="connsiteY3" fmla="*/ 1881149 h 1886739"/>
              <a:gd name="connsiteX4" fmla="*/ 1568636 w 3514183"/>
              <a:gd name="connsiteY4" fmla="*/ 1176299 h 1886739"/>
              <a:gd name="connsiteX5" fmla="*/ 368486 w 3514183"/>
              <a:gd name="connsiteY5" fmla="*/ 1557299 h 1886739"/>
              <a:gd name="connsiteX6" fmla="*/ 158936 w 3514183"/>
              <a:gd name="connsiteY6" fmla="*/ 433349 h 1886739"/>
              <a:gd name="connsiteX0" fmla="*/ 165698 w 3519490"/>
              <a:gd name="connsiteY0" fmla="*/ 1061364 h 2514754"/>
              <a:gd name="connsiteX1" fmla="*/ 2626958 w 3519490"/>
              <a:gd name="connsiteY1" fmla="*/ 2184 h 2514754"/>
              <a:gd name="connsiteX2" fmla="*/ 3518498 w 3519490"/>
              <a:gd name="connsiteY2" fmla="*/ 1347114 h 2514754"/>
              <a:gd name="connsiteX3" fmla="*/ 2775548 w 3519490"/>
              <a:gd name="connsiteY3" fmla="*/ 2509164 h 2514754"/>
              <a:gd name="connsiteX4" fmla="*/ 1575398 w 3519490"/>
              <a:gd name="connsiteY4" fmla="*/ 1804314 h 2514754"/>
              <a:gd name="connsiteX5" fmla="*/ 375248 w 3519490"/>
              <a:gd name="connsiteY5" fmla="*/ 2185314 h 2514754"/>
              <a:gd name="connsiteX6" fmla="*/ 165698 w 3519490"/>
              <a:gd name="connsiteY6" fmla="*/ 1061364 h 2514754"/>
              <a:gd name="connsiteX0" fmla="*/ 165698 w 3519490"/>
              <a:gd name="connsiteY0" fmla="*/ 1110091 h 2563481"/>
              <a:gd name="connsiteX1" fmla="*/ 2626958 w 3519490"/>
              <a:gd name="connsiteY1" fmla="*/ 50911 h 2563481"/>
              <a:gd name="connsiteX2" fmla="*/ 3518498 w 3519490"/>
              <a:gd name="connsiteY2" fmla="*/ 1395841 h 2563481"/>
              <a:gd name="connsiteX3" fmla="*/ 2775548 w 3519490"/>
              <a:gd name="connsiteY3" fmla="*/ 2557891 h 2563481"/>
              <a:gd name="connsiteX4" fmla="*/ 1575398 w 3519490"/>
              <a:gd name="connsiteY4" fmla="*/ 1853041 h 2563481"/>
              <a:gd name="connsiteX5" fmla="*/ 375248 w 3519490"/>
              <a:gd name="connsiteY5" fmla="*/ 2234041 h 2563481"/>
              <a:gd name="connsiteX6" fmla="*/ 165698 w 3519490"/>
              <a:gd name="connsiteY6" fmla="*/ 1110091 h 2563481"/>
              <a:gd name="connsiteX0" fmla="*/ 162317 w 3516109"/>
              <a:gd name="connsiteY0" fmla="*/ 1118578 h 2571968"/>
              <a:gd name="connsiteX1" fmla="*/ 2623577 w 3516109"/>
              <a:gd name="connsiteY1" fmla="*/ 59398 h 2571968"/>
              <a:gd name="connsiteX2" fmla="*/ 3515117 w 3516109"/>
              <a:gd name="connsiteY2" fmla="*/ 1404328 h 2571968"/>
              <a:gd name="connsiteX3" fmla="*/ 2772167 w 3516109"/>
              <a:gd name="connsiteY3" fmla="*/ 2566378 h 2571968"/>
              <a:gd name="connsiteX4" fmla="*/ 1572017 w 3516109"/>
              <a:gd name="connsiteY4" fmla="*/ 1861528 h 2571968"/>
              <a:gd name="connsiteX5" fmla="*/ 371867 w 3516109"/>
              <a:gd name="connsiteY5" fmla="*/ 2242528 h 2571968"/>
              <a:gd name="connsiteX6" fmla="*/ 162317 w 3516109"/>
              <a:gd name="connsiteY6" fmla="*/ 1118578 h 2571968"/>
              <a:gd name="connsiteX0" fmla="*/ 139541 w 3493333"/>
              <a:gd name="connsiteY0" fmla="*/ 1109787 h 2563177"/>
              <a:gd name="connsiteX1" fmla="*/ 2600801 w 3493333"/>
              <a:gd name="connsiteY1" fmla="*/ 50607 h 2563177"/>
              <a:gd name="connsiteX2" fmla="*/ 3492341 w 3493333"/>
              <a:gd name="connsiteY2" fmla="*/ 1395537 h 2563177"/>
              <a:gd name="connsiteX3" fmla="*/ 2749391 w 3493333"/>
              <a:gd name="connsiteY3" fmla="*/ 2557587 h 2563177"/>
              <a:gd name="connsiteX4" fmla="*/ 1549241 w 3493333"/>
              <a:gd name="connsiteY4" fmla="*/ 1852737 h 2563177"/>
              <a:gd name="connsiteX5" fmla="*/ 440531 w 3493333"/>
              <a:gd name="connsiteY5" fmla="*/ 2188017 h 2563177"/>
              <a:gd name="connsiteX6" fmla="*/ 139541 w 3493333"/>
              <a:gd name="connsiteY6" fmla="*/ 1109787 h 2563177"/>
              <a:gd name="connsiteX0" fmla="*/ 163892 w 3517684"/>
              <a:gd name="connsiteY0" fmla="*/ 1109787 h 2563177"/>
              <a:gd name="connsiteX1" fmla="*/ 2625152 w 3517684"/>
              <a:gd name="connsiteY1" fmla="*/ 50607 h 2563177"/>
              <a:gd name="connsiteX2" fmla="*/ 3516692 w 3517684"/>
              <a:gd name="connsiteY2" fmla="*/ 1395537 h 2563177"/>
              <a:gd name="connsiteX3" fmla="*/ 2773742 w 3517684"/>
              <a:gd name="connsiteY3" fmla="*/ 2557587 h 2563177"/>
              <a:gd name="connsiteX4" fmla="*/ 1573592 w 3517684"/>
              <a:gd name="connsiteY4" fmla="*/ 1852737 h 2563177"/>
              <a:gd name="connsiteX5" fmla="*/ 464882 w 3517684"/>
              <a:gd name="connsiteY5" fmla="*/ 2188017 h 2563177"/>
              <a:gd name="connsiteX6" fmla="*/ 163892 w 3517684"/>
              <a:gd name="connsiteY6" fmla="*/ 1109787 h 2563177"/>
              <a:gd name="connsiteX0" fmla="*/ 82749 w 3436541"/>
              <a:gd name="connsiteY0" fmla="*/ 1110091 h 2563481"/>
              <a:gd name="connsiteX1" fmla="*/ 2544009 w 3436541"/>
              <a:gd name="connsiteY1" fmla="*/ 50911 h 2563481"/>
              <a:gd name="connsiteX2" fmla="*/ 3435549 w 3436541"/>
              <a:gd name="connsiteY2" fmla="*/ 1395841 h 2563481"/>
              <a:gd name="connsiteX3" fmla="*/ 2692599 w 3436541"/>
              <a:gd name="connsiteY3" fmla="*/ 2557891 h 2563481"/>
              <a:gd name="connsiteX4" fmla="*/ 1492449 w 3436541"/>
              <a:gd name="connsiteY4" fmla="*/ 1853041 h 2563481"/>
              <a:gd name="connsiteX5" fmla="*/ 383739 w 3436541"/>
              <a:gd name="connsiteY5" fmla="*/ 2188321 h 2563481"/>
              <a:gd name="connsiteX6" fmla="*/ 82749 w 3436541"/>
              <a:gd name="connsiteY6" fmla="*/ 1110091 h 2563481"/>
              <a:gd name="connsiteX0" fmla="*/ 57039 w 3410900"/>
              <a:gd name="connsiteY0" fmla="*/ 1110091 h 2562627"/>
              <a:gd name="connsiteX1" fmla="*/ 2518299 w 3410900"/>
              <a:gd name="connsiteY1" fmla="*/ 50911 h 2562627"/>
              <a:gd name="connsiteX2" fmla="*/ 3409839 w 3410900"/>
              <a:gd name="connsiteY2" fmla="*/ 1395841 h 2562627"/>
              <a:gd name="connsiteX3" fmla="*/ 2666889 w 3410900"/>
              <a:gd name="connsiteY3" fmla="*/ 2557891 h 2562627"/>
              <a:gd name="connsiteX4" fmla="*/ 1283859 w 3410900"/>
              <a:gd name="connsiteY4" fmla="*/ 1822561 h 2562627"/>
              <a:gd name="connsiteX5" fmla="*/ 358029 w 3410900"/>
              <a:gd name="connsiteY5" fmla="*/ 2188321 h 2562627"/>
              <a:gd name="connsiteX6" fmla="*/ 57039 w 3410900"/>
              <a:gd name="connsiteY6" fmla="*/ 1110091 h 2562627"/>
              <a:gd name="connsiteX0" fmla="*/ 86841 w 3440702"/>
              <a:gd name="connsiteY0" fmla="*/ 1110091 h 2562627"/>
              <a:gd name="connsiteX1" fmla="*/ 2548101 w 3440702"/>
              <a:gd name="connsiteY1" fmla="*/ 50911 h 2562627"/>
              <a:gd name="connsiteX2" fmla="*/ 3439641 w 3440702"/>
              <a:gd name="connsiteY2" fmla="*/ 1395841 h 2562627"/>
              <a:gd name="connsiteX3" fmla="*/ 2696691 w 3440702"/>
              <a:gd name="connsiteY3" fmla="*/ 2557891 h 2562627"/>
              <a:gd name="connsiteX4" fmla="*/ 1313661 w 3440702"/>
              <a:gd name="connsiteY4" fmla="*/ 1822561 h 2562627"/>
              <a:gd name="connsiteX5" fmla="*/ 387831 w 3440702"/>
              <a:gd name="connsiteY5" fmla="*/ 2188321 h 2562627"/>
              <a:gd name="connsiteX6" fmla="*/ 86841 w 3440702"/>
              <a:gd name="connsiteY6" fmla="*/ 1110091 h 2562627"/>
              <a:gd name="connsiteX0" fmla="*/ 79129 w 3432990"/>
              <a:gd name="connsiteY0" fmla="*/ 1110091 h 2562627"/>
              <a:gd name="connsiteX1" fmla="*/ 2540389 w 3432990"/>
              <a:gd name="connsiteY1" fmla="*/ 50911 h 2562627"/>
              <a:gd name="connsiteX2" fmla="*/ 3431929 w 3432990"/>
              <a:gd name="connsiteY2" fmla="*/ 1395841 h 2562627"/>
              <a:gd name="connsiteX3" fmla="*/ 2688979 w 3432990"/>
              <a:gd name="connsiteY3" fmla="*/ 2557891 h 2562627"/>
              <a:gd name="connsiteX4" fmla="*/ 1305949 w 3432990"/>
              <a:gd name="connsiteY4" fmla="*/ 1822561 h 2562627"/>
              <a:gd name="connsiteX5" fmla="*/ 380119 w 3432990"/>
              <a:gd name="connsiteY5" fmla="*/ 2188321 h 2562627"/>
              <a:gd name="connsiteX6" fmla="*/ 79129 w 3432990"/>
              <a:gd name="connsiteY6" fmla="*/ 1110091 h 2562627"/>
              <a:gd name="connsiteX0" fmla="*/ 79129 w 3432990"/>
              <a:gd name="connsiteY0" fmla="*/ 1110091 h 2562043"/>
              <a:gd name="connsiteX1" fmla="*/ 2540389 w 3432990"/>
              <a:gd name="connsiteY1" fmla="*/ 50911 h 2562043"/>
              <a:gd name="connsiteX2" fmla="*/ 3431929 w 3432990"/>
              <a:gd name="connsiteY2" fmla="*/ 1395841 h 2562043"/>
              <a:gd name="connsiteX3" fmla="*/ 2688979 w 3432990"/>
              <a:gd name="connsiteY3" fmla="*/ 2557891 h 2562043"/>
              <a:gd name="connsiteX4" fmla="*/ 1305949 w 3432990"/>
              <a:gd name="connsiteY4" fmla="*/ 1822561 h 2562043"/>
              <a:gd name="connsiteX5" fmla="*/ 380119 w 3432990"/>
              <a:gd name="connsiteY5" fmla="*/ 2188321 h 2562043"/>
              <a:gd name="connsiteX6" fmla="*/ 79129 w 3432990"/>
              <a:gd name="connsiteY6" fmla="*/ 1110091 h 2562043"/>
              <a:gd name="connsiteX0" fmla="*/ 79129 w 3433048"/>
              <a:gd name="connsiteY0" fmla="*/ 1110091 h 2574990"/>
              <a:gd name="connsiteX1" fmla="*/ 2540389 w 3433048"/>
              <a:gd name="connsiteY1" fmla="*/ 50911 h 2574990"/>
              <a:gd name="connsiteX2" fmla="*/ 3431929 w 3433048"/>
              <a:gd name="connsiteY2" fmla="*/ 1395841 h 2574990"/>
              <a:gd name="connsiteX3" fmla="*/ 2688979 w 3433048"/>
              <a:gd name="connsiteY3" fmla="*/ 2557891 h 2574990"/>
              <a:gd name="connsiteX4" fmla="*/ 1305949 w 3433048"/>
              <a:gd name="connsiteY4" fmla="*/ 1822561 h 2574990"/>
              <a:gd name="connsiteX5" fmla="*/ 380119 w 3433048"/>
              <a:gd name="connsiteY5" fmla="*/ 2188321 h 2574990"/>
              <a:gd name="connsiteX6" fmla="*/ 79129 w 3433048"/>
              <a:gd name="connsiteY6" fmla="*/ 1110091 h 2574990"/>
              <a:gd name="connsiteX0" fmla="*/ 79129 w 3433628"/>
              <a:gd name="connsiteY0" fmla="*/ 1110091 h 2564852"/>
              <a:gd name="connsiteX1" fmla="*/ 2540389 w 3433628"/>
              <a:gd name="connsiteY1" fmla="*/ 50911 h 2564852"/>
              <a:gd name="connsiteX2" fmla="*/ 3431929 w 3433628"/>
              <a:gd name="connsiteY2" fmla="*/ 1395841 h 2564852"/>
              <a:gd name="connsiteX3" fmla="*/ 2688979 w 3433628"/>
              <a:gd name="connsiteY3" fmla="*/ 2557891 h 2564852"/>
              <a:gd name="connsiteX4" fmla="*/ 1305949 w 3433628"/>
              <a:gd name="connsiteY4" fmla="*/ 1822561 h 2564852"/>
              <a:gd name="connsiteX5" fmla="*/ 380119 w 3433628"/>
              <a:gd name="connsiteY5" fmla="*/ 2188321 h 2564852"/>
              <a:gd name="connsiteX6" fmla="*/ 79129 w 3433628"/>
              <a:gd name="connsiteY6" fmla="*/ 1110091 h 2564852"/>
              <a:gd name="connsiteX0" fmla="*/ 79129 w 3432791"/>
              <a:gd name="connsiteY0" fmla="*/ 1110091 h 2564852"/>
              <a:gd name="connsiteX1" fmla="*/ 2540389 w 3432791"/>
              <a:gd name="connsiteY1" fmla="*/ 50911 h 2564852"/>
              <a:gd name="connsiteX2" fmla="*/ 3431929 w 3432791"/>
              <a:gd name="connsiteY2" fmla="*/ 1395841 h 2564852"/>
              <a:gd name="connsiteX3" fmla="*/ 2688979 w 3432791"/>
              <a:gd name="connsiteY3" fmla="*/ 2557891 h 2564852"/>
              <a:gd name="connsiteX4" fmla="*/ 1305949 w 3432791"/>
              <a:gd name="connsiteY4" fmla="*/ 1822561 h 2564852"/>
              <a:gd name="connsiteX5" fmla="*/ 380119 w 3432791"/>
              <a:gd name="connsiteY5" fmla="*/ 2188321 h 2564852"/>
              <a:gd name="connsiteX6" fmla="*/ 79129 w 3432791"/>
              <a:gd name="connsiteY6" fmla="*/ 1110091 h 2564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2791" h="2564852">
                <a:moveTo>
                  <a:pt x="79129" y="1110091"/>
                </a:moveTo>
                <a:cubicBezTo>
                  <a:pt x="256294" y="746236"/>
                  <a:pt x="1585349" y="-232934"/>
                  <a:pt x="2540389" y="50911"/>
                </a:cubicBezTo>
                <a:cubicBezTo>
                  <a:pt x="3495429" y="334756"/>
                  <a:pt x="3414784" y="901811"/>
                  <a:pt x="3431929" y="1395841"/>
                </a:cubicBezTo>
                <a:cubicBezTo>
                  <a:pt x="3449074" y="1889871"/>
                  <a:pt x="3210949" y="2463911"/>
                  <a:pt x="2688979" y="2557891"/>
                </a:cubicBezTo>
                <a:cubicBezTo>
                  <a:pt x="2167009" y="2651871"/>
                  <a:pt x="1728859" y="1762236"/>
                  <a:pt x="1305949" y="1822561"/>
                </a:cubicBezTo>
                <a:cubicBezTo>
                  <a:pt x="905899" y="1768586"/>
                  <a:pt x="729369" y="2352786"/>
                  <a:pt x="380119" y="2188321"/>
                </a:cubicBezTo>
                <a:cubicBezTo>
                  <a:pt x="30869" y="2023856"/>
                  <a:pt x="-98036" y="1473946"/>
                  <a:pt x="79129" y="1110091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/>
              </a:gs>
              <a:gs pos="100000">
                <a:schemeClr val="accent5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59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BC356A-103E-4F02-9114-091E6B8425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0540329" flipH="1">
            <a:off x="878107" y="587544"/>
            <a:ext cx="3415032" cy="5682917"/>
          </a:xfrm>
          <a:prstGeom prst="rect">
            <a:avLst/>
          </a:prstGeom>
          <a:effectLst>
            <a:outerShdw blurRad="1270000" dist="1346200" dir="8100000" sx="90000" sy="90000" algn="tr" rotWithShape="0">
              <a:prstClr val="black">
                <a:alpha val="40000"/>
              </a:prstClr>
            </a:outerShdw>
          </a:effectLst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354700E-348D-42B6-B6EC-3EECFE8BDF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13280" y="1488282"/>
            <a:ext cx="2430345" cy="3885998"/>
          </a:xfrm>
          <a:custGeom>
            <a:avLst/>
            <a:gdLst>
              <a:gd name="connsiteX0" fmla="*/ 0 w 2571750"/>
              <a:gd name="connsiteY0" fmla="*/ 0 h 5486400"/>
              <a:gd name="connsiteX1" fmla="*/ 2571750 w 2571750"/>
              <a:gd name="connsiteY1" fmla="*/ 0 h 5486400"/>
              <a:gd name="connsiteX2" fmla="*/ 2571750 w 2571750"/>
              <a:gd name="connsiteY2" fmla="*/ 5486400 h 5486400"/>
              <a:gd name="connsiteX3" fmla="*/ 0 w 2571750"/>
              <a:gd name="connsiteY3" fmla="*/ 5486400 h 5486400"/>
              <a:gd name="connsiteX4" fmla="*/ 0 w 2571750"/>
              <a:gd name="connsiteY4" fmla="*/ 0 h 5486400"/>
              <a:gd name="connsiteX0" fmla="*/ 0 w 2754630"/>
              <a:gd name="connsiteY0" fmla="*/ 0 h 5486400"/>
              <a:gd name="connsiteX1" fmla="*/ 2754630 w 2754630"/>
              <a:gd name="connsiteY1" fmla="*/ 15240 h 5486400"/>
              <a:gd name="connsiteX2" fmla="*/ 2571750 w 2754630"/>
              <a:gd name="connsiteY2" fmla="*/ 5486400 h 5486400"/>
              <a:gd name="connsiteX3" fmla="*/ 0 w 2754630"/>
              <a:gd name="connsiteY3" fmla="*/ 5486400 h 5486400"/>
              <a:gd name="connsiteX4" fmla="*/ 0 w 2754630"/>
              <a:gd name="connsiteY4" fmla="*/ 0 h 5486400"/>
              <a:gd name="connsiteX0" fmla="*/ 0 w 2945130"/>
              <a:gd name="connsiteY0" fmla="*/ 0 h 5486400"/>
              <a:gd name="connsiteX1" fmla="*/ 2945130 w 2945130"/>
              <a:gd name="connsiteY1" fmla="*/ 68580 h 5486400"/>
              <a:gd name="connsiteX2" fmla="*/ 2571750 w 2945130"/>
              <a:gd name="connsiteY2" fmla="*/ 5486400 h 5486400"/>
              <a:gd name="connsiteX3" fmla="*/ 0 w 2945130"/>
              <a:gd name="connsiteY3" fmla="*/ 5486400 h 5486400"/>
              <a:gd name="connsiteX4" fmla="*/ 0 w 2945130"/>
              <a:gd name="connsiteY4" fmla="*/ 0 h 5486400"/>
              <a:gd name="connsiteX0" fmla="*/ 0 w 2922270"/>
              <a:gd name="connsiteY0" fmla="*/ 0 h 5486400"/>
              <a:gd name="connsiteX1" fmla="*/ 2922270 w 2922270"/>
              <a:gd name="connsiteY1" fmla="*/ 68580 h 5486400"/>
              <a:gd name="connsiteX2" fmla="*/ 2571750 w 2922270"/>
              <a:gd name="connsiteY2" fmla="*/ 5486400 h 5486400"/>
              <a:gd name="connsiteX3" fmla="*/ 0 w 2922270"/>
              <a:gd name="connsiteY3" fmla="*/ 5486400 h 5486400"/>
              <a:gd name="connsiteX4" fmla="*/ 0 w 2922270"/>
              <a:gd name="connsiteY4" fmla="*/ 0 h 5486400"/>
              <a:gd name="connsiteX0" fmla="*/ 0 w 2945130"/>
              <a:gd name="connsiteY0" fmla="*/ 0 h 5478780"/>
              <a:gd name="connsiteX1" fmla="*/ 2945130 w 2945130"/>
              <a:gd name="connsiteY1" fmla="*/ 60960 h 5478780"/>
              <a:gd name="connsiteX2" fmla="*/ 2594610 w 2945130"/>
              <a:gd name="connsiteY2" fmla="*/ 5478780 h 5478780"/>
              <a:gd name="connsiteX3" fmla="*/ 22860 w 2945130"/>
              <a:gd name="connsiteY3" fmla="*/ 5478780 h 5478780"/>
              <a:gd name="connsiteX4" fmla="*/ 0 w 2945130"/>
              <a:gd name="connsiteY4" fmla="*/ 0 h 5478780"/>
              <a:gd name="connsiteX0" fmla="*/ 0 w 2975610"/>
              <a:gd name="connsiteY0" fmla="*/ 0 h 5509260"/>
              <a:gd name="connsiteX1" fmla="*/ 2975610 w 2975610"/>
              <a:gd name="connsiteY1" fmla="*/ 91440 h 5509260"/>
              <a:gd name="connsiteX2" fmla="*/ 2625090 w 2975610"/>
              <a:gd name="connsiteY2" fmla="*/ 5509260 h 5509260"/>
              <a:gd name="connsiteX3" fmla="*/ 53340 w 2975610"/>
              <a:gd name="connsiteY3" fmla="*/ 5509260 h 5509260"/>
              <a:gd name="connsiteX4" fmla="*/ 0 w 2975610"/>
              <a:gd name="connsiteY4" fmla="*/ 0 h 5509260"/>
              <a:gd name="connsiteX0" fmla="*/ 0 w 2967990"/>
              <a:gd name="connsiteY0" fmla="*/ 0 h 5486400"/>
              <a:gd name="connsiteX1" fmla="*/ 2967990 w 2967990"/>
              <a:gd name="connsiteY1" fmla="*/ 68580 h 5486400"/>
              <a:gd name="connsiteX2" fmla="*/ 2617470 w 2967990"/>
              <a:gd name="connsiteY2" fmla="*/ 5486400 h 5486400"/>
              <a:gd name="connsiteX3" fmla="*/ 45720 w 2967990"/>
              <a:gd name="connsiteY3" fmla="*/ 5486400 h 5486400"/>
              <a:gd name="connsiteX4" fmla="*/ 0 w 2967990"/>
              <a:gd name="connsiteY4" fmla="*/ 0 h 5486400"/>
              <a:gd name="connsiteX0" fmla="*/ 0 w 3097530"/>
              <a:gd name="connsiteY0" fmla="*/ 0 h 5486400"/>
              <a:gd name="connsiteX1" fmla="*/ 2967990 w 3097530"/>
              <a:gd name="connsiteY1" fmla="*/ 68580 h 5486400"/>
              <a:gd name="connsiteX2" fmla="*/ 3097530 w 3097530"/>
              <a:gd name="connsiteY2" fmla="*/ 5242560 h 5486400"/>
              <a:gd name="connsiteX3" fmla="*/ 45720 w 3097530"/>
              <a:gd name="connsiteY3" fmla="*/ 5486400 h 5486400"/>
              <a:gd name="connsiteX4" fmla="*/ 0 w 3097530"/>
              <a:gd name="connsiteY4" fmla="*/ 0 h 5486400"/>
              <a:gd name="connsiteX0" fmla="*/ 0 w 3166110"/>
              <a:gd name="connsiteY0" fmla="*/ 0 h 5486400"/>
              <a:gd name="connsiteX1" fmla="*/ 2967990 w 3166110"/>
              <a:gd name="connsiteY1" fmla="*/ 68580 h 5486400"/>
              <a:gd name="connsiteX2" fmla="*/ 3166110 w 3166110"/>
              <a:gd name="connsiteY2" fmla="*/ 5128260 h 5486400"/>
              <a:gd name="connsiteX3" fmla="*/ 45720 w 3166110"/>
              <a:gd name="connsiteY3" fmla="*/ 5486400 h 5486400"/>
              <a:gd name="connsiteX4" fmla="*/ 0 w 3166110"/>
              <a:gd name="connsiteY4" fmla="*/ 0 h 5486400"/>
              <a:gd name="connsiteX0" fmla="*/ 0 w 3128010"/>
              <a:gd name="connsiteY0" fmla="*/ 0 h 5486400"/>
              <a:gd name="connsiteX1" fmla="*/ 2967990 w 3128010"/>
              <a:gd name="connsiteY1" fmla="*/ 68580 h 5486400"/>
              <a:gd name="connsiteX2" fmla="*/ 3128010 w 3128010"/>
              <a:gd name="connsiteY2" fmla="*/ 5113020 h 5486400"/>
              <a:gd name="connsiteX3" fmla="*/ 45720 w 3128010"/>
              <a:gd name="connsiteY3" fmla="*/ 5486400 h 5486400"/>
              <a:gd name="connsiteX4" fmla="*/ 0 w 3128010"/>
              <a:gd name="connsiteY4" fmla="*/ 0 h 5486400"/>
              <a:gd name="connsiteX0" fmla="*/ 0 w 3120390"/>
              <a:gd name="connsiteY0" fmla="*/ 0 h 5486400"/>
              <a:gd name="connsiteX1" fmla="*/ 2967990 w 3120390"/>
              <a:gd name="connsiteY1" fmla="*/ 68580 h 5486400"/>
              <a:gd name="connsiteX2" fmla="*/ 3120390 w 3120390"/>
              <a:gd name="connsiteY2" fmla="*/ 5105400 h 5486400"/>
              <a:gd name="connsiteX3" fmla="*/ 45720 w 3120390"/>
              <a:gd name="connsiteY3" fmla="*/ 5486400 h 5486400"/>
              <a:gd name="connsiteX4" fmla="*/ 0 w 3120390"/>
              <a:gd name="connsiteY4" fmla="*/ 0 h 5486400"/>
              <a:gd name="connsiteX0" fmla="*/ 0 w 3120390"/>
              <a:gd name="connsiteY0" fmla="*/ 0 h 5486400"/>
              <a:gd name="connsiteX1" fmla="*/ 2967990 w 3120390"/>
              <a:gd name="connsiteY1" fmla="*/ 68580 h 5486400"/>
              <a:gd name="connsiteX2" fmla="*/ 3120390 w 3120390"/>
              <a:gd name="connsiteY2" fmla="*/ 5090160 h 5486400"/>
              <a:gd name="connsiteX3" fmla="*/ 45720 w 3120390"/>
              <a:gd name="connsiteY3" fmla="*/ 5486400 h 5486400"/>
              <a:gd name="connsiteX4" fmla="*/ 0 w 3120390"/>
              <a:gd name="connsiteY4" fmla="*/ 0 h 5486400"/>
              <a:gd name="connsiteX0" fmla="*/ 0 w 3143250"/>
              <a:gd name="connsiteY0" fmla="*/ 0 h 5486400"/>
              <a:gd name="connsiteX1" fmla="*/ 2967990 w 3143250"/>
              <a:gd name="connsiteY1" fmla="*/ 68580 h 5486400"/>
              <a:gd name="connsiteX2" fmla="*/ 3143250 w 3143250"/>
              <a:gd name="connsiteY2" fmla="*/ 5082540 h 5486400"/>
              <a:gd name="connsiteX3" fmla="*/ 45720 w 3143250"/>
              <a:gd name="connsiteY3" fmla="*/ 5486400 h 5486400"/>
              <a:gd name="connsiteX4" fmla="*/ 0 w 3143250"/>
              <a:gd name="connsiteY4" fmla="*/ 0 h 5486400"/>
              <a:gd name="connsiteX0" fmla="*/ 0 w 3143250"/>
              <a:gd name="connsiteY0" fmla="*/ 0 h 5486400"/>
              <a:gd name="connsiteX1" fmla="*/ 2967990 w 3143250"/>
              <a:gd name="connsiteY1" fmla="*/ 68580 h 5486400"/>
              <a:gd name="connsiteX2" fmla="*/ 3143250 w 3143250"/>
              <a:gd name="connsiteY2" fmla="*/ 5067300 h 5486400"/>
              <a:gd name="connsiteX3" fmla="*/ 45720 w 3143250"/>
              <a:gd name="connsiteY3" fmla="*/ 5486400 h 5486400"/>
              <a:gd name="connsiteX4" fmla="*/ 0 w 3143250"/>
              <a:gd name="connsiteY4" fmla="*/ 0 h 5486400"/>
              <a:gd name="connsiteX0" fmla="*/ 0 w 3143250"/>
              <a:gd name="connsiteY0" fmla="*/ 0 h 5364480"/>
              <a:gd name="connsiteX1" fmla="*/ 2967990 w 3143250"/>
              <a:gd name="connsiteY1" fmla="*/ 68580 h 5364480"/>
              <a:gd name="connsiteX2" fmla="*/ 3143250 w 3143250"/>
              <a:gd name="connsiteY2" fmla="*/ 5067300 h 5364480"/>
              <a:gd name="connsiteX3" fmla="*/ 137160 w 3143250"/>
              <a:gd name="connsiteY3" fmla="*/ 5364480 h 5364480"/>
              <a:gd name="connsiteX4" fmla="*/ 0 w 3143250"/>
              <a:gd name="connsiteY4" fmla="*/ 0 h 5364480"/>
              <a:gd name="connsiteX0" fmla="*/ 0 w 3143250"/>
              <a:gd name="connsiteY0" fmla="*/ 0 h 5212080"/>
              <a:gd name="connsiteX1" fmla="*/ 2967990 w 3143250"/>
              <a:gd name="connsiteY1" fmla="*/ 68580 h 5212080"/>
              <a:gd name="connsiteX2" fmla="*/ 3143250 w 3143250"/>
              <a:gd name="connsiteY2" fmla="*/ 5067300 h 5212080"/>
              <a:gd name="connsiteX3" fmla="*/ 152400 w 3143250"/>
              <a:gd name="connsiteY3" fmla="*/ 5212080 h 5212080"/>
              <a:gd name="connsiteX4" fmla="*/ 0 w 3143250"/>
              <a:gd name="connsiteY4" fmla="*/ 0 h 5212080"/>
              <a:gd name="connsiteX0" fmla="*/ 0 w 3143250"/>
              <a:gd name="connsiteY0" fmla="*/ 0 h 5113020"/>
              <a:gd name="connsiteX1" fmla="*/ 2967990 w 3143250"/>
              <a:gd name="connsiteY1" fmla="*/ 68580 h 5113020"/>
              <a:gd name="connsiteX2" fmla="*/ 3143250 w 3143250"/>
              <a:gd name="connsiteY2" fmla="*/ 5067300 h 5113020"/>
              <a:gd name="connsiteX3" fmla="*/ 198120 w 3143250"/>
              <a:gd name="connsiteY3" fmla="*/ 5113020 h 5113020"/>
              <a:gd name="connsiteX4" fmla="*/ 0 w 3143250"/>
              <a:gd name="connsiteY4" fmla="*/ 0 h 5113020"/>
              <a:gd name="connsiteX0" fmla="*/ 0 w 3143250"/>
              <a:gd name="connsiteY0" fmla="*/ 0 h 5097780"/>
              <a:gd name="connsiteX1" fmla="*/ 2967990 w 3143250"/>
              <a:gd name="connsiteY1" fmla="*/ 68580 h 5097780"/>
              <a:gd name="connsiteX2" fmla="*/ 3143250 w 3143250"/>
              <a:gd name="connsiteY2" fmla="*/ 5067300 h 5097780"/>
              <a:gd name="connsiteX3" fmla="*/ 236220 w 3143250"/>
              <a:gd name="connsiteY3" fmla="*/ 5097780 h 5097780"/>
              <a:gd name="connsiteX4" fmla="*/ 0 w 3143250"/>
              <a:gd name="connsiteY4" fmla="*/ 0 h 5097780"/>
              <a:gd name="connsiteX0" fmla="*/ 0 w 3143250"/>
              <a:gd name="connsiteY0" fmla="*/ 0 h 5067300"/>
              <a:gd name="connsiteX1" fmla="*/ 2967990 w 3143250"/>
              <a:gd name="connsiteY1" fmla="*/ 68580 h 5067300"/>
              <a:gd name="connsiteX2" fmla="*/ 3143250 w 3143250"/>
              <a:gd name="connsiteY2" fmla="*/ 5067300 h 5067300"/>
              <a:gd name="connsiteX3" fmla="*/ 236220 w 3143250"/>
              <a:gd name="connsiteY3" fmla="*/ 5029200 h 5067300"/>
              <a:gd name="connsiteX4" fmla="*/ 0 w 3143250"/>
              <a:gd name="connsiteY4" fmla="*/ 0 h 5067300"/>
              <a:gd name="connsiteX0" fmla="*/ 0 w 3143250"/>
              <a:gd name="connsiteY0" fmla="*/ 0 h 5067300"/>
              <a:gd name="connsiteX1" fmla="*/ 2967990 w 3143250"/>
              <a:gd name="connsiteY1" fmla="*/ 68580 h 5067300"/>
              <a:gd name="connsiteX2" fmla="*/ 3143250 w 3143250"/>
              <a:gd name="connsiteY2" fmla="*/ 5067300 h 5067300"/>
              <a:gd name="connsiteX3" fmla="*/ 266700 w 3143250"/>
              <a:gd name="connsiteY3" fmla="*/ 5067300 h 5067300"/>
              <a:gd name="connsiteX4" fmla="*/ 0 w 3143250"/>
              <a:gd name="connsiteY4" fmla="*/ 0 h 5067300"/>
              <a:gd name="connsiteX0" fmla="*/ 0 w 3143250"/>
              <a:gd name="connsiteY0" fmla="*/ 0 h 5067300"/>
              <a:gd name="connsiteX1" fmla="*/ 2967990 w 3143250"/>
              <a:gd name="connsiteY1" fmla="*/ 68580 h 5067300"/>
              <a:gd name="connsiteX2" fmla="*/ 3143250 w 3143250"/>
              <a:gd name="connsiteY2" fmla="*/ 5067300 h 5067300"/>
              <a:gd name="connsiteX3" fmla="*/ 259080 w 3143250"/>
              <a:gd name="connsiteY3" fmla="*/ 5067300 h 5067300"/>
              <a:gd name="connsiteX4" fmla="*/ 0 w 3143250"/>
              <a:gd name="connsiteY4" fmla="*/ 0 h 5067300"/>
              <a:gd name="connsiteX0" fmla="*/ 0 w 3128010"/>
              <a:gd name="connsiteY0" fmla="*/ 0 h 5067300"/>
              <a:gd name="connsiteX1" fmla="*/ 2967990 w 3128010"/>
              <a:gd name="connsiteY1" fmla="*/ 68580 h 5067300"/>
              <a:gd name="connsiteX2" fmla="*/ 3128010 w 3128010"/>
              <a:gd name="connsiteY2" fmla="*/ 5067300 h 5067300"/>
              <a:gd name="connsiteX3" fmla="*/ 259080 w 3128010"/>
              <a:gd name="connsiteY3" fmla="*/ 5067300 h 5067300"/>
              <a:gd name="connsiteX4" fmla="*/ 0 w 3128010"/>
              <a:gd name="connsiteY4" fmla="*/ 0 h 5067300"/>
              <a:gd name="connsiteX0" fmla="*/ 0 w 3105150"/>
              <a:gd name="connsiteY0" fmla="*/ 0 h 5074920"/>
              <a:gd name="connsiteX1" fmla="*/ 2967990 w 3105150"/>
              <a:gd name="connsiteY1" fmla="*/ 68580 h 5074920"/>
              <a:gd name="connsiteX2" fmla="*/ 3105150 w 3105150"/>
              <a:gd name="connsiteY2" fmla="*/ 5074920 h 5074920"/>
              <a:gd name="connsiteX3" fmla="*/ 259080 w 3105150"/>
              <a:gd name="connsiteY3" fmla="*/ 5067300 h 5074920"/>
              <a:gd name="connsiteX4" fmla="*/ 0 w 3105150"/>
              <a:gd name="connsiteY4" fmla="*/ 0 h 5074920"/>
              <a:gd name="connsiteX0" fmla="*/ 0 w 3082290"/>
              <a:gd name="connsiteY0" fmla="*/ 0 h 5074920"/>
              <a:gd name="connsiteX1" fmla="*/ 2967990 w 3082290"/>
              <a:gd name="connsiteY1" fmla="*/ 68580 h 5074920"/>
              <a:gd name="connsiteX2" fmla="*/ 3082290 w 3082290"/>
              <a:gd name="connsiteY2" fmla="*/ 5074920 h 5074920"/>
              <a:gd name="connsiteX3" fmla="*/ 259080 w 3082290"/>
              <a:gd name="connsiteY3" fmla="*/ 5067300 h 5074920"/>
              <a:gd name="connsiteX4" fmla="*/ 0 w 3082290"/>
              <a:gd name="connsiteY4" fmla="*/ 0 h 5074920"/>
              <a:gd name="connsiteX0" fmla="*/ 0 w 3059430"/>
              <a:gd name="connsiteY0" fmla="*/ 0 h 5074920"/>
              <a:gd name="connsiteX1" fmla="*/ 2967990 w 3059430"/>
              <a:gd name="connsiteY1" fmla="*/ 68580 h 5074920"/>
              <a:gd name="connsiteX2" fmla="*/ 3059430 w 3059430"/>
              <a:gd name="connsiteY2" fmla="*/ 5074920 h 5074920"/>
              <a:gd name="connsiteX3" fmla="*/ 259080 w 3059430"/>
              <a:gd name="connsiteY3" fmla="*/ 5067300 h 5074920"/>
              <a:gd name="connsiteX4" fmla="*/ 0 w 3059430"/>
              <a:gd name="connsiteY4" fmla="*/ 0 h 5074920"/>
              <a:gd name="connsiteX0" fmla="*/ 0 w 3105150"/>
              <a:gd name="connsiteY0" fmla="*/ 0 h 5052060"/>
              <a:gd name="connsiteX1" fmla="*/ 3013710 w 3105150"/>
              <a:gd name="connsiteY1" fmla="*/ 45720 h 5052060"/>
              <a:gd name="connsiteX2" fmla="*/ 3105150 w 3105150"/>
              <a:gd name="connsiteY2" fmla="*/ 5052060 h 5052060"/>
              <a:gd name="connsiteX3" fmla="*/ 304800 w 3105150"/>
              <a:gd name="connsiteY3" fmla="*/ 5044440 h 5052060"/>
              <a:gd name="connsiteX4" fmla="*/ 0 w 3105150"/>
              <a:gd name="connsiteY4" fmla="*/ 0 h 5052060"/>
              <a:gd name="connsiteX0" fmla="*/ 0 w 3120390"/>
              <a:gd name="connsiteY0" fmla="*/ 0 h 5052060"/>
              <a:gd name="connsiteX1" fmla="*/ 3028950 w 3120390"/>
              <a:gd name="connsiteY1" fmla="*/ 45720 h 5052060"/>
              <a:gd name="connsiteX2" fmla="*/ 3120390 w 3120390"/>
              <a:gd name="connsiteY2" fmla="*/ 5052060 h 5052060"/>
              <a:gd name="connsiteX3" fmla="*/ 320040 w 3120390"/>
              <a:gd name="connsiteY3" fmla="*/ 5044440 h 5052060"/>
              <a:gd name="connsiteX4" fmla="*/ 0 w 3120390"/>
              <a:gd name="connsiteY4" fmla="*/ 0 h 5052060"/>
              <a:gd name="connsiteX0" fmla="*/ 0 w 3120390"/>
              <a:gd name="connsiteY0" fmla="*/ 0 h 5052060"/>
              <a:gd name="connsiteX1" fmla="*/ 2990850 w 3120390"/>
              <a:gd name="connsiteY1" fmla="*/ 53340 h 5052060"/>
              <a:gd name="connsiteX2" fmla="*/ 3120390 w 3120390"/>
              <a:gd name="connsiteY2" fmla="*/ 5052060 h 5052060"/>
              <a:gd name="connsiteX3" fmla="*/ 320040 w 3120390"/>
              <a:gd name="connsiteY3" fmla="*/ 5044440 h 5052060"/>
              <a:gd name="connsiteX4" fmla="*/ 0 w 3120390"/>
              <a:gd name="connsiteY4" fmla="*/ 0 h 5052060"/>
              <a:gd name="connsiteX0" fmla="*/ 0 w 3120390"/>
              <a:gd name="connsiteY0" fmla="*/ 0 h 5052060"/>
              <a:gd name="connsiteX1" fmla="*/ 2952750 w 3120390"/>
              <a:gd name="connsiteY1" fmla="*/ 68580 h 5052060"/>
              <a:gd name="connsiteX2" fmla="*/ 3120390 w 3120390"/>
              <a:gd name="connsiteY2" fmla="*/ 5052060 h 5052060"/>
              <a:gd name="connsiteX3" fmla="*/ 320040 w 3120390"/>
              <a:gd name="connsiteY3" fmla="*/ 5044440 h 5052060"/>
              <a:gd name="connsiteX4" fmla="*/ 0 w 3120390"/>
              <a:gd name="connsiteY4" fmla="*/ 0 h 5052060"/>
              <a:gd name="connsiteX0" fmla="*/ 0 w 3120390"/>
              <a:gd name="connsiteY0" fmla="*/ 0 h 5052060"/>
              <a:gd name="connsiteX1" fmla="*/ 2922270 w 3120390"/>
              <a:gd name="connsiteY1" fmla="*/ 68580 h 5052060"/>
              <a:gd name="connsiteX2" fmla="*/ 3120390 w 3120390"/>
              <a:gd name="connsiteY2" fmla="*/ 5052060 h 5052060"/>
              <a:gd name="connsiteX3" fmla="*/ 320040 w 3120390"/>
              <a:gd name="connsiteY3" fmla="*/ 5044440 h 5052060"/>
              <a:gd name="connsiteX4" fmla="*/ 0 w 3120390"/>
              <a:gd name="connsiteY4" fmla="*/ 0 h 5052060"/>
              <a:gd name="connsiteX0" fmla="*/ 0 w 3120390"/>
              <a:gd name="connsiteY0" fmla="*/ 0 h 5052060"/>
              <a:gd name="connsiteX1" fmla="*/ 2922270 w 3120390"/>
              <a:gd name="connsiteY1" fmla="*/ 91440 h 5052060"/>
              <a:gd name="connsiteX2" fmla="*/ 3120390 w 3120390"/>
              <a:gd name="connsiteY2" fmla="*/ 5052060 h 5052060"/>
              <a:gd name="connsiteX3" fmla="*/ 320040 w 3120390"/>
              <a:gd name="connsiteY3" fmla="*/ 5044440 h 5052060"/>
              <a:gd name="connsiteX4" fmla="*/ 0 w 3120390"/>
              <a:gd name="connsiteY4" fmla="*/ 0 h 5052060"/>
              <a:gd name="connsiteX0" fmla="*/ 0 w 3150870"/>
              <a:gd name="connsiteY0" fmla="*/ 0 h 5052060"/>
              <a:gd name="connsiteX1" fmla="*/ 2922270 w 3150870"/>
              <a:gd name="connsiteY1" fmla="*/ 91440 h 5052060"/>
              <a:gd name="connsiteX2" fmla="*/ 3150870 w 3150870"/>
              <a:gd name="connsiteY2" fmla="*/ 5052060 h 5052060"/>
              <a:gd name="connsiteX3" fmla="*/ 320040 w 3150870"/>
              <a:gd name="connsiteY3" fmla="*/ 5044440 h 5052060"/>
              <a:gd name="connsiteX4" fmla="*/ 0 w 3150870"/>
              <a:gd name="connsiteY4" fmla="*/ 0 h 5052060"/>
              <a:gd name="connsiteX0" fmla="*/ 0 w 3150870"/>
              <a:gd name="connsiteY0" fmla="*/ 0 h 5199089"/>
              <a:gd name="connsiteX1" fmla="*/ 2922270 w 3150870"/>
              <a:gd name="connsiteY1" fmla="*/ 91440 h 5199089"/>
              <a:gd name="connsiteX2" fmla="*/ 3150870 w 3150870"/>
              <a:gd name="connsiteY2" fmla="*/ 5052060 h 5199089"/>
              <a:gd name="connsiteX3" fmla="*/ 280189 w 3150870"/>
              <a:gd name="connsiteY3" fmla="*/ 5199089 h 5199089"/>
              <a:gd name="connsiteX4" fmla="*/ 0 w 3150870"/>
              <a:gd name="connsiteY4" fmla="*/ 0 h 5199089"/>
              <a:gd name="connsiteX0" fmla="*/ 0 w 3150870"/>
              <a:gd name="connsiteY0" fmla="*/ 0 h 5124258"/>
              <a:gd name="connsiteX1" fmla="*/ 2922270 w 3150870"/>
              <a:gd name="connsiteY1" fmla="*/ 91440 h 5124258"/>
              <a:gd name="connsiteX2" fmla="*/ 3150870 w 3150870"/>
              <a:gd name="connsiteY2" fmla="*/ 5052060 h 5124258"/>
              <a:gd name="connsiteX3" fmla="*/ 285170 w 3150870"/>
              <a:gd name="connsiteY3" fmla="*/ 5124258 h 5124258"/>
              <a:gd name="connsiteX4" fmla="*/ 0 w 3150870"/>
              <a:gd name="connsiteY4" fmla="*/ 0 h 5124258"/>
              <a:gd name="connsiteX0" fmla="*/ 0 w 3150870"/>
              <a:gd name="connsiteY0" fmla="*/ 0 h 5134235"/>
              <a:gd name="connsiteX1" fmla="*/ 2922270 w 3150870"/>
              <a:gd name="connsiteY1" fmla="*/ 91440 h 5134235"/>
              <a:gd name="connsiteX2" fmla="*/ 3150870 w 3150870"/>
              <a:gd name="connsiteY2" fmla="*/ 5052060 h 5134235"/>
              <a:gd name="connsiteX3" fmla="*/ 349928 w 3150870"/>
              <a:gd name="connsiteY3" fmla="*/ 5134235 h 5134235"/>
              <a:gd name="connsiteX4" fmla="*/ 0 w 3150870"/>
              <a:gd name="connsiteY4" fmla="*/ 0 h 5134235"/>
              <a:gd name="connsiteX0" fmla="*/ 0 w 3210647"/>
              <a:gd name="connsiteY0" fmla="*/ 0 h 5134235"/>
              <a:gd name="connsiteX1" fmla="*/ 2922270 w 3210647"/>
              <a:gd name="connsiteY1" fmla="*/ 91440 h 5134235"/>
              <a:gd name="connsiteX2" fmla="*/ 3210647 w 3210647"/>
              <a:gd name="connsiteY2" fmla="*/ 5022128 h 5134235"/>
              <a:gd name="connsiteX3" fmla="*/ 349928 w 3210647"/>
              <a:gd name="connsiteY3" fmla="*/ 5134235 h 5134235"/>
              <a:gd name="connsiteX4" fmla="*/ 0 w 3210647"/>
              <a:gd name="connsiteY4" fmla="*/ 0 h 5134235"/>
              <a:gd name="connsiteX0" fmla="*/ 0 w 3155852"/>
              <a:gd name="connsiteY0" fmla="*/ 0 h 5134235"/>
              <a:gd name="connsiteX1" fmla="*/ 2922270 w 3155852"/>
              <a:gd name="connsiteY1" fmla="*/ 91440 h 5134235"/>
              <a:gd name="connsiteX2" fmla="*/ 3155852 w 3155852"/>
              <a:gd name="connsiteY2" fmla="*/ 5017139 h 5134235"/>
              <a:gd name="connsiteX3" fmla="*/ 349928 w 3155852"/>
              <a:gd name="connsiteY3" fmla="*/ 5134235 h 5134235"/>
              <a:gd name="connsiteX4" fmla="*/ 0 w 3155852"/>
              <a:gd name="connsiteY4" fmla="*/ 0 h 5134235"/>
              <a:gd name="connsiteX0" fmla="*/ 0 w 3202305"/>
              <a:gd name="connsiteY0" fmla="*/ 0 h 5134235"/>
              <a:gd name="connsiteX1" fmla="*/ 2922270 w 3202305"/>
              <a:gd name="connsiteY1" fmla="*/ 91440 h 5134235"/>
              <a:gd name="connsiteX2" fmla="*/ 3202305 w 3202305"/>
              <a:gd name="connsiteY2" fmla="*/ 5113504 h 5134235"/>
              <a:gd name="connsiteX3" fmla="*/ 349928 w 3202305"/>
              <a:gd name="connsiteY3" fmla="*/ 5134235 h 5134235"/>
              <a:gd name="connsiteX4" fmla="*/ 0 w 3202305"/>
              <a:gd name="connsiteY4" fmla="*/ 0 h 5134235"/>
              <a:gd name="connsiteX0" fmla="*/ 0 w 3202305"/>
              <a:gd name="connsiteY0" fmla="*/ 0 h 5161687"/>
              <a:gd name="connsiteX1" fmla="*/ 2922270 w 3202305"/>
              <a:gd name="connsiteY1" fmla="*/ 91440 h 5161687"/>
              <a:gd name="connsiteX2" fmla="*/ 3202305 w 3202305"/>
              <a:gd name="connsiteY2" fmla="*/ 5161687 h 5161687"/>
              <a:gd name="connsiteX3" fmla="*/ 349928 w 3202305"/>
              <a:gd name="connsiteY3" fmla="*/ 5134235 h 5161687"/>
              <a:gd name="connsiteX4" fmla="*/ 0 w 3202305"/>
              <a:gd name="connsiteY4" fmla="*/ 0 h 5161687"/>
              <a:gd name="connsiteX0" fmla="*/ 0 w 3186821"/>
              <a:gd name="connsiteY0" fmla="*/ 0 h 5241991"/>
              <a:gd name="connsiteX1" fmla="*/ 2922270 w 3186821"/>
              <a:gd name="connsiteY1" fmla="*/ 91440 h 5241991"/>
              <a:gd name="connsiteX2" fmla="*/ 3186821 w 3186821"/>
              <a:gd name="connsiteY2" fmla="*/ 5241991 h 5241991"/>
              <a:gd name="connsiteX3" fmla="*/ 349928 w 3186821"/>
              <a:gd name="connsiteY3" fmla="*/ 5134235 h 5241991"/>
              <a:gd name="connsiteX4" fmla="*/ 0 w 3186821"/>
              <a:gd name="connsiteY4" fmla="*/ 0 h 5241991"/>
              <a:gd name="connsiteX0" fmla="*/ 0 w 3186821"/>
              <a:gd name="connsiteY0" fmla="*/ 0 h 5241991"/>
              <a:gd name="connsiteX1" fmla="*/ 2922270 w 3186821"/>
              <a:gd name="connsiteY1" fmla="*/ 91440 h 5241991"/>
              <a:gd name="connsiteX2" fmla="*/ 3186821 w 3186821"/>
              <a:gd name="connsiteY2" fmla="*/ 5241991 h 5241991"/>
              <a:gd name="connsiteX3" fmla="*/ 396381 w 3186821"/>
              <a:gd name="connsiteY3" fmla="*/ 5166357 h 5241991"/>
              <a:gd name="connsiteX4" fmla="*/ 0 w 3186821"/>
              <a:gd name="connsiteY4" fmla="*/ 0 h 5241991"/>
              <a:gd name="connsiteX0" fmla="*/ 0 w 3186821"/>
              <a:gd name="connsiteY0" fmla="*/ 0 h 5241991"/>
              <a:gd name="connsiteX1" fmla="*/ 2937755 w 3186821"/>
              <a:gd name="connsiteY1" fmla="*/ 59318 h 5241991"/>
              <a:gd name="connsiteX2" fmla="*/ 3186821 w 3186821"/>
              <a:gd name="connsiteY2" fmla="*/ 5241991 h 5241991"/>
              <a:gd name="connsiteX3" fmla="*/ 396381 w 3186821"/>
              <a:gd name="connsiteY3" fmla="*/ 5166357 h 5241991"/>
              <a:gd name="connsiteX4" fmla="*/ 0 w 3186821"/>
              <a:gd name="connsiteY4" fmla="*/ 0 h 5241991"/>
              <a:gd name="connsiteX0" fmla="*/ 0 w 3186821"/>
              <a:gd name="connsiteY0" fmla="*/ 0 h 5241991"/>
              <a:gd name="connsiteX1" fmla="*/ 2953239 w 3186821"/>
              <a:gd name="connsiteY1" fmla="*/ 11136 h 5241991"/>
              <a:gd name="connsiteX2" fmla="*/ 3186821 w 3186821"/>
              <a:gd name="connsiteY2" fmla="*/ 5241991 h 5241991"/>
              <a:gd name="connsiteX3" fmla="*/ 396381 w 3186821"/>
              <a:gd name="connsiteY3" fmla="*/ 5166357 h 5241991"/>
              <a:gd name="connsiteX4" fmla="*/ 0 w 3186821"/>
              <a:gd name="connsiteY4" fmla="*/ 0 h 5241991"/>
              <a:gd name="connsiteX0" fmla="*/ 0 w 3155852"/>
              <a:gd name="connsiteY0" fmla="*/ 20986 h 5230855"/>
              <a:gd name="connsiteX1" fmla="*/ 2922270 w 3155852"/>
              <a:gd name="connsiteY1" fmla="*/ 0 h 5230855"/>
              <a:gd name="connsiteX2" fmla="*/ 3155852 w 3155852"/>
              <a:gd name="connsiteY2" fmla="*/ 5230855 h 5230855"/>
              <a:gd name="connsiteX3" fmla="*/ 365412 w 3155852"/>
              <a:gd name="connsiteY3" fmla="*/ 5155221 h 5230855"/>
              <a:gd name="connsiteX4" fmla="*/ 0 w 3155852"/>
              <a:gd name="connsiteY4" fmla="*/ 20986 h 5230855"/>
              <a:gd name="connsiteX0" fmla="*/ 0 w 3109399"/>
              <a:gd name="connsiteY0" fmla="*/ 0 h 5258051"/>
              <a:gd name="connsiteX1" fmla="*/ 2875817 w 3109399"/>
              <a:gd name="connsiteY1" fmla="*/ 27196 h 5258051"/>
              <a:gd name="connsiteX2" fmla="*/ 3109399 w 3109399"/>
              <a:gd name="connsiteY2" fmla="*/ 5258051 h 5258051"/>
              <a:gd name="connsiteX3" fmla="*/ 318959 w 3109399"/>
              <a:gd name="connsiteY3" fmla="*/ 5182417 h 5258051"/>
              <a:gd name="connsiteX4" fmla="*/ 0 w 3109399"/>
              <a:gd name="connsiteY4" fmla="*/ 0 h 5258051"/>
              <a:gd name="connsiteX0" fmla="*/ 0 w 3140368"/>
              <a:gd name="connsiteY0" fmla="*/ 0 h 5258051"/>
              <a:gd name="connsiteX1" fmla="*/ 2906786 w 3140368"/>
              <a:gd name="connsiteY1" fmla="*/ 27196 h 5258051"/>
              <a:gd name="connsiteX2" fmla="*/ 3140368 w 3140368"/>
              <a:gd name="connsiteY2" fmla="*/ 5258051 h 5258051"/>
              <a:gd name="connsiteX3" fmla="*/ 349928 w 3140368"/>
              <a:gd name="connsiteY3" fmla="*/ 5182417 h 5258051"/>
              <a:gd name="connsiteX4" fmla="*/ 0 w 3140368"/>
              <a:gd name="connsiteY4" fmla="*/ 0 h 5258051"/>
              <a:gd name="connsiteX0" fmla="*/ 0 w 3155852"/>
              <a:gd name="connsiteY0" fmla="*/ 0 h 5241990"/>
              <a:gd name="connsiteX1" fmla="*/ 2922270 w 3155852"/>
              <a:gd name="connsiteY1" fmla="*/ 11135 h 5241990"/>
              <a:gd name="connsiteX2" fmla="*/ 3155852 w 3155852"/>
              <a:gd name="connsiteY2" fmla="*/ 5241990 h 5241990"/>
              <a:gd name="connsiteX3" fmla="*/ 365412 w 3155852"/>
              <a:gd name="connsiteY3" fmla="*/ 5166356 h 5241990"/>
              <a:gd name="connsiteX4" fmla="*/ 0 w 3155852"/>
              <a:gd name="connsiteY4" fmla="*/ 0 h 5241990"/>
              <a:gd name="connsiteX0" fmla="*/ 0 w 3171336"/>
              <a:gd name="connsiteY0" fmla="*/ 20987 h 5230855"/>
              <a:gd name="connsiteX1" fmla="*/ 2937754 w 3171336"/>
              <a:gd name="connsiteY1" fmla="*/ 0 h 5230855"/>
              <a:gd name="connsiteX2" fmla="*/ 3171336 w 3171336"/>
              <a:gd name="connsiteY2" fmla="*/ 5230855 h 5230855"/>
              <a:gd name="connsiteX3" fmla="*/ 380896 w 3171336"/>
              <a:gd name="connsiteY3" fmla="*/ 5155221 h 5230855"/>
              <a:gd name="connsiteX4" fmla="*/ 0 w 3171336"/>
              <a:gd name="connsiteY4" fmla="*/ 20987 h 5230855"/>
              <a:gd name="connsiteX0" fmla="*/ 0 w 3140367"/>
              <a:gd name="connsiteY0" fmla="*/ 4926 h 5230855"/>
              <a:gd name="connsiteX1" fmla="*/ 2906785 w 3140367"/>
              <a:gd name="connsiteY1" fmla="*/ 0 h 5230855"/>
              <a:gd name="connsiteX2" fmla="*/ 3140367 w 3140367"/>
              <a:gd name="connsiteY2" fmla="*/ 5230855 h 5230855"/>
              <a:gd name="connsiteX3" fmla="*/ 349927 w 3140367"/>
              <a:gd name="connsiteY3" fmla="*/ 5155221 h 5230855"/>
              <a:gd name="connsiteX4" fmla="*/ 0 w 3140367"/>
              <a:gd name="connsiteY4" fmla="*/ 4926 h 5230855"/>
              <a:gd name="connsiteX0" fmla="*/ 0 w 3155851"/>
              <a:gd name="connsiteY0" fmla="*/ 0 h 5241990"/>
              <a:gd name="connsiteX1" fmla="*/ 2922269 w 3155851"/>
              <a:gd name="connsiteY1" fmla="*/ 11135 h 5241990"/>
              <a:gd name="connsiteX2" fmla="*/ 3155851 w 3155851"/>
              <a:gd name="connsiteY2" fmla="*/ 5241990 h 5241990"/>
              <a:gd name="connsiteX3" fmla="*/ 365411 w 3155851"/>
              <a:gd name="connsiteY3" fmla="*/ 5166356 h 5241990"/>
              <a:gd name="connsiteX4" fmla="*/ 0 w 3155851"/>
              <a:gd name="connsiteY4" fmla="*/ 0 h 5241990"/>
              <a:gd name="connsiteX0" fmla="*/ 0 w 3155851"/>
              <a:gd name="connsiteY0" fmla="*/ 0 h 5241990"/>
              <a:gd name="connsiteX1" fmla="*/ 2922269 w 3155851"/>
              <a:gd name="connsiteY1" fmla="*/ 11135 h 5241990"/>
              <a:gd name="connsiteX2" fmla="*/ 3155851 w 3155851"/>
              <a:gd name="connsiteY2" fmla="*/ 5241990 h 5241990"/>
              <a:gd name="connsiteX3" fmla="*/ 349927 w 3155851"/>
              <a:gd name="connsiteY3" fmla="*/ 5166356 h 5241990"/>
              <a:gd name="connsiteX4" fmla="*/ 0 w 3155851"/>
              <a:gd name="connsiteY4" fmla="*/ 0 h 5241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55851" h="5241990">
                <a:moveTo>
                  <a:pt x="0" y="0"/>
                </a:moveTo>
                <a:lnTo>
                  <a:pt x="2922269" y="11135"/>
                </a:lnTo>
                <a:lnTo>
                  <a:pt x="3155851" y="5241990"/>
                </a:lnTo>
                <a:lnTo>
                  <a:pt x="349927" y="516635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63500">
              <a:schemeClr val="tx1">
                <a:lumMod val="75000"/>
                <a:lumOff val="25000"/>
              </a:schemeClr>
            </a:innerShdw>
          </a:effectLst>
          <a:scene3d>
            <a:camera prst="perspectiveContrastingRightFacing" fov="2400000">
              <a:rot lat="21041954" lon="18810792" rev="923834"/>
            </a:camera>
            <a:lightRig rig="threePt" dir="t"/>
          </a:scene3d>
        </p:spPr>
        <p:txBody>
          <a:bodyPr/>
          <a:lstStyle>
            <a:lvl1pPr marL="0" indent="0" algn="ctr">
              <a:buNone/>
              <a:defRPr sz="938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C8F37B5-0A98-748A-E756-92E0D135218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26773" y="5150763"/>
            <a:ext cx="1172757" cy="153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673877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E34D990-2B03-4DB7-AB0F-7E45C5A1EF2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1671918"/>
            <a:ext cx="4984521" cy="4513271"/>
          </a:xfrm>
          <a:custGeom>
            <a:avLst/>
            <a:gdLst>
              <a:gd name="connsiteX0" fmla="*/ 586332 w 7962902"/>
              <a:gd name="connsiteY0" fmla="*/ 994 h 7221234"/>
              <a:gd name="connsiteX1" fmla="*/ 7531804 w 7962902"/>
              <a:gd name="connsiteY1" fmla="*/ 4274636 h 7221234"/>
              <a:gd name="connsiteX2" fmla="*/ 6435880 w 7962902"/>
              <a:gd name="connsiteY2" fmla="*/ 7206829 h 7221234"/>
              <a:gd name="connsiteX3" fmla="*/ 2879 w 7962902"/>
              <a:gd name="connsiteY3" fmla="*/ 5540244 h 7221234"/>
              <a:gd name="connsiteX4" fmla="*/ 13 w 7962902"/>
              <a:gd name="connsiteY4" fmla="*/ 58804 h 7221234"/>
              <a:gd name="connsiteX5" fmla="*/ 586332 w 7962902"/>
              <a:gd name="connsiteY5" fmla="*/ 994 h 7221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62902" h="7221234">
                <a:moveTo>
                  <a:pt x="586332" y="994"/>
                </a:moveTo>
                <a:cubicBezTo>
                  <a:pt x="3530792" y="-64338"/>
                  <a:pt x="6616855" y="3109459"/>
                  <a:pt x="7531804" y="4274636"/>
                </a:cubicBezTo>
                <a:cubicBezTo>
                  <a:pt x="8507749" y="5517491"/>
                  <a:pt x="7690701" y="6995894"/>
                  <a:pt x="6435880" y="7206829"/>
                </a:cubicBezTo>
                <a:cubicBezTo>
                  <a:pt x="5181059" y="7417763"/>
                  <a:pt x="1849117" y="5237581"/>
                  <a:pt x="2879" y="5540244"/>
                </a:cubicBezTo>
                <a:cubicBezTo>
                  <a:pt x="13384" y="5525361"/>
                  <a:pt x="-464" y="71683"/>
                  <a:pt x="13" y="58804"/>
                </a:cubicBezTo>
                <a:cubicBezTo>
                  <a:pt x="194367" y="24101"/>
                  <a:pt x="390035" y="5350"/>
                  <a:pt x="586332" y="994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0877398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6D7F77E-5501-4144-BDC3-D4E4FAF8DC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8506279" cy="6858001"/>
          </a:xfrm>
          <a:custGeom>
            <a:avLst/>
            <a:gdLst>
              <a:gd name="connsiteX0" fmla="*/ 0 w 13589001"/>
              <a:gd name="connsiteY0" fmla="*/ 0 h 10972802"/>
              <a:gd name="connsiteX1" fmla="*/ 13589001 w 13589001"/>
              <a:gd name="connsiteY1" fmla="*/ 0 h 10972802"/>
              <a:gd name="connsiteX2" fmla="*/ 0 w 13589001"/>
              <a:gd name="connsiteY2" fmla="*/ 10972802 h 10972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589001" h="10972802">
                <a:moveTo>
                  <a:pt x="0" y="0"/>
                </a:moveTo>
                <a:lnTo>
                  <a:pt x="13589001" y="0"/>
                </a:lnTo>
                <a:cubicBezTo>
                  <a:pt x="4614276" y="2020632"/>
                  <a:pt x="7895078" y="9591612"/>
                  <a:pt x="0" y="1097280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17938754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mpara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806CDDC7-87A8-99C2-BC8A-0F073453DF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1" r="3221"/>
          <a:stretch/>
        </p:blipFill>
        <p:spPr>
          <a:xfrm>
            <a:off x="0" y="5978228"/>
            <a:ext cx="11449050" cy="87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462827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575483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0663981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2FF705F1-C7F1-4709-B121-2F6F8E33A2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</p:spPr>
        <p:txBody>
          <a:bodyPr/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66090002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8433D18-3D08-4C6C-8D9B-FC3ED7964761}"/>
              </a:ext>
            </a:extLst>
          </p:cNvPr>
          <p:cNvSpPr/>
          <p:nvPr userDrawn="1"/>
        </p:nvSpPr>
        <p:spPr>
          <a:xfrm>
            <a:off x="3977502" y="1313779"/>
            <a:ext cx="4236997" cy="4230445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5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9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C924FE-AE8F-40C9-A693-F37397864F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06" y="905092"/>
            <a:ext cx="2597191" cy="5047819"/>
          </a:xfrm>
          <a:prstGeom prst="rect">
            <a:avLst/>
          </a:prstGeom>
          <a:effectLst>
            <a:outerShdw blurRad="1270000" algn="ctr" rotWithShape="0">
              <a:prstClr val="black">
                <a:alpha val="43000"/>
              </a:prstClr>
            </a:outerShdw>
          </a:effectLst>
        </p:spPr>
      </p:pic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892E4B6E-5852-440B-8F94-19FEAE7BB4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051301" y="1147435"/>
            <a:ext cx="2093975" cy="4547722"/>
          </a:xfrm>
          <a:custGeom>
            <a:avLst/>
            <a:gdLst>
              <a:gd name="connsiteX0" fmla="*/ 195352 w 2086425"/>
              <a:gd name="connsiteY0" fmla="*/ 0 h 4549458"/>
              <a:gd name="connsiteX1" fmla="*/ 450507 w 2086425"/>
              <a:gd name="connsiteY1" fmla="*/ 0 h 4549458"/>
              <a:gd name="connsiteX2" fmla="*/ 450507 w 2086425"/>
              <a:gd name="connsiteY2" fmla="*/ 14564 h 4549458"/>
              <a:gd name="connsiteX3" fmla="*/ 606282 w 2086425"/>
              <a:gd name="connsiteY3" fmla="*/ 170339 h 4549458"/>
              <a:gd name="connsiteX4" fmla="*/ 1482976 w 2086425"/>
              <a:gd name="connsiteY4" fmla="*/ 170339 h 4549458"/>
              <a:gd name="connsiteX5" fmla="*/ 1638751 w 2086425"/>
              <a:gd name="connsiteY5" fmla="*/ 14564 h 4549458"/>
              <a:gd name="connsiteX6" fmla="*/ 1638751 w 2086425"/>
              <a:gd name="connsiteY6" fmla="*/ 0 h 4549458"/>
              <a:gd name="connsiteX7" fmla="*/ 1891073 w 2086425"/>
              <a:gd name="connsiteY7" fmla="*/ 0 h 4549458"/>
              <a:gd name="connsiteX8" fmla="*/ 2086425 w 2086425"/>
              <a:gd name="connsiteY8" fmla="*/ 195352 h 4549458"/>
              <a:gd name="connsiteX9" fmla="*/ 2086425 w 2086425"/>
              <a:gd name="connsiteY9" fmla="*/ 4354106 h 4549458"/>
              <a:gd name="connsiteX10" fmla="*/ 1891073 w 2086425"/>
              <a:gd name="connsiteY10" fmla="*/ 4549458 h 4549458"/>
              <a:gd name="connsiteX11" fmla="*/ 195352 w 2086425"/>
              <a:gd name="connsiteY11" fmla="*/ 4549458 h 4549458"/>
              <a:gd name="connsiteX12" fmla="*/ 0 w 2086425"/>
              <a:gd name="connsiteY12" fmla="*/ 4354106 h 4549458"/>
              <a:gd name="connsiteX13" fmla="*/ 0 w 2086425"/>
              <a:gd name="connsiteY13" fmla="*/ 195352 h 4549458"/>
              <a:gd name="connsiteX14" fmla="*/ 195352 w 2086425"/>
              <a:gd name="connsiteY14" fmla="*/ 0 h 4549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86425" h="4549458">
                <a:moveTo>
                  <a:pt x="195352" y="0"/>
                </a:moveTo>
                <a:lnTo>
                  <a:pt x="450507" y="0"/>
                </a:lnTo>
                <a:lnTo>
                  <a:pt x="450507" y="14564"/>
                </a:lnTo>
                <a:cubicBezTo>
                  <a:pt x="450507" y="100596"/>
                  <a:pt x="520250" y="170339"/>
                  <a:pt x="606282" y="170339"/>
                </a:cubicBezTo>
                <a:lnTo>
                  <a:pt x="1482976" y="170339"/>
                </a:lnTo>
                <a:cubicBezTo>
                  <a:pt x="1569008" y="170339"/>
                  <a:pt x="1638751" y="100596"/>
                  <a:pt x="1638751" y="14564"/>
                </a:cubicBezTo>
                <a:lnTo>
                  <a:pt x="1638751" y="0"/>
                </a:lnTo>
                <a:lnTo>
                  <a:pt x="1891073" y="0"/>
                </a:lnTo>
                <a:cubicBezTo>
                  <a:pt x="1998963" y="0"/>
                  <a:pt x="2086425" y="87462"/>
                  <a:pt x="2086425" y="195352"/>
                </a:cubicBezTo>
                <a:lnTo>
                  <a:pt x="2086425" y="4354106"/>
                </a:lnTo>
                <a:cubicBezTo>
                  <a:pt x="2086425" y="4461996"/>
                  <a:pt x="1998963" y="4549458"/>
                  <a:pt x="1891073" y="4549458"/>
                </a:cubicBezTo>
                <a:lnTo>
                  <a:pt x="195352" y="4549458"/>
                </a:lnTo>
                <a:cubicBezTo>
                  <a:pt x="87462" y="4549458"/>
                  <a:pt x="0" y="4461996"/>
                  <a:pt x="0" y="4354106"/>
                </a:cubicBezTo>
                <a:lnTo>
                  <a:pt x="0" y="195352"/>
                </a:lnTo>
                <a:cubicBezTo>
                  <a:pt x="0" y="87462"/>
                  <a:pt x="87462" y="0"/>
                  <a:pt x="19535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125"/>
            </a:lvl1pPr>
          </a:lstStyle>
          <a:p>
            <a:endParaRPr lang="en-US"/>
          </a:p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2579824038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34E0E81-E4AA-4F1C-9878-0B73F43F280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50418" y="2607982"/>
            <a:ext cx="4090168" cy="2532063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7D47FB8-7B6C-278C-1819-9E58926649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629" y="255853"/>
            <a:ext cx="742041" cy="9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97196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97D40FD-EB7E-4889-8A7D-6D5DF67DAB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47524" y="1298279"/>
            <a:ext cx="5506539" cy="3837429"/>
          </a:xfrm>
          <a:custGeom>
            <a:avLst/>
            <a:gdLst>
              <a:gd name="connsiteX0" fmla="*/ 5554921 w 8796840"/>
              <a:gd name="connsiteY0" fmla="*/ 12 h 6139886"/>
              <a:gd name="connsiteX1" fmla="*/ 6509977 w 8796840"/>
              <a:gd name="connsiteY1" fmla="*/ 121875 h 6139886"/>
              <a:gd name="connsiteX2" fmla="*/ 8794630 w 8796840"/>
              <a:gd name="connsiteY2" fmla="*/ 3341442 h 6139886"/>
              <a:gd name="connsiteX3" fmla="*/ 6890752 w 8796840"/>
              <a:gd name="connsiteY3" fmla="*/ 6123221 h 6139886"/>
              <a:gd name="connsiteX4" fmla="*/ 3346612 w 8796840"/>
              <a:gd name="connsiteY4" fmla="*/ 4362947 h 6139886"/>
              <a:gd name="connsiteX5" fmla="*/ 974088 w 8796840"/>
              <a:gd name="connsiteY5" fmla="*/ 5238524 h 6139886"/>
              <a:gd name="connsiteX6" fmla="*/ 202774 w 8796840"/>
              <a:gd name="connsiteY6" fmla="*/ 2657398 h 6139886"/>
              <a:gd name="connsiteX7" fmla="*/ 5554921 w 8796840"/>
              <a:gd name="connsiteY7" fmla="*/ 12 h 6139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96840" h="6139886">
                <a:moveTo>
                  <a:pt x="5554921" y="12"/>
                </a:moveTo>
                <a:cubicBezTo>
                  <a:pt x="5883157" y="-754"/>
                  <a:pt x="6204055" y="36939"/>
                  <a:pt x="6509977" y="121875"/>
                </a:cubicBezTo>
                <a:cubicBezTo>
                  <a:pt x="8957354" y="801358"/>
                  <a:pt x="8750694" y="2158806"/>
                  <a:pt x="8794630" y="3341442"/>
                </a:cubicBezTo>
                <a:cubicBezTo>
                  <a:pt x="8838566" y="4524078"/>
                  <a:pt x="8228348" y="5898246"/>
                  <a:pt x="6890752" y="6123221"/>
                </a:cubicBezTo>
                <a:cubicBezTo>
                  <a:pt x="5553157" y="6348195"/>
                  <a:pt x="4430358" y="4218538"/>
                  <a:pt x="3346612" y="4362947"/>
                </a:cubicBezTo>
                <a:cubicBezTo>
                  <a:pt x="2321447" y="4233739"/>
                  <a:pt x="1869073" y="5632229"/>
                  <a:pt x="974088" y="5238524"/>
                </a:cubicBezTo>
                <a:cubicBezTo>
                  <a:pt x="79103" y="4844818"/>
                  <a:pt x="-251227" y="3528414"/>
                  <a:pt x="202774" y="2657398"/>
                </a:cubicBezTo>
                <a:cubicBezTo>
                  <a:pt x="600025" y="1895259"/>
                  <a:pt x="3257266" y="5373"/>
                  <a:pt x="5554921" y="12"/>
                </a:cubicBezTo>
                <a:close/>
              </a:path>
            </a:pathLst>
          </a:custGeom>
          <a:noFill/>
          <a:ln w="38100">
            <a:noFill/>
          </a:ln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E76A86D-CFF1-2BB9-7FF9-C1F404F998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629" y="255853"/>
            <a:ext cx="742041" cy="9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110038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F38F91-2DCB-4F21-B24F-422DF50AE7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386994" y="1298281"/>
            <a:ext cx="5464602" cy="3741557"/>
          </a:xfrm>
          <a:custGeom>
            <a:avLst/>
            <a:gdLst>
              <a:gd name="connsiteX0" fmla="*/ 5554921 w 8796840"/>
              <a:gd name="connsiteY0" fmla="*/ 12 h 6139886"/>
              <a:gd name="connsiteX1" fmla="*/ 6509977 w 8796840"/>
              <a:gd name="connsiteY1" fmla="*/ 121875 h 6139886"/>
              <a:gd name="connsiteX2" fmla="*/ 8794630 w 8796840"/>
              <a:gd name="connsiteY2" fmla="*/ 3341442 h 6139886"/>
              <a:gd name="connsiteX3" fmla="*/ 6890752 w 8796840"/>
              <a:gd name="connsiteY3" fmla="*/ 6123221 h 6139886"/>
              <a:gd name="connsiteX4" fmla="*/ 3346612 w 8796840"/>
              <a:gd name="connsiteY4" fmla="*/ 4362947 h 6139886"/>
              <a:gd name="connsiteX5" fmla="*/ 974088 w 8796840"/>
              <a:gd name="connsiteY5" fmla="*/ 5238524 h 6139886"/>
              <a:gd name="connsiteX6" fmla="*/ 202774 w 8796840"/>
              <a:gd name="connsiteY6" fmla="*/ 2657398 h 6139886"/>
              <a:gd name="connsiteX7" fmla="*/ 5554921 w 8796840"/>
              <a:gd name="connsiteY7" fmla="*/ 12 h 6139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96840" h="6139886">
                <a:moveTo>
                  <a:pt x="5554921" y="12"/>
                </a:moveTo>
                <a:cubicBezTo>
                  <a:pt x="5883157" y="-754"/>
                  <a:pt x="6204055" y="36939"/>
                  <a:pt x="6509977" y="121875"/>
                </a:cubicBezTo>
                <a:cubicBezTo>
                  <a:pt x="8957354" y="801358"/>
                  <a:pt x="8750694" y="2158806"/>
                  <a:pt x="8794630" y="3341442"/>
                </a:cubicBezTo>
                <a:cubicBezTo>
                  <a:pt x="8838566" y="4524078"/>
                  <a:pt x="8228348" y="5898246"/>
                  <a:pt x="6890752" y="6123221"/>
                </a:cubicBezTo>
                <a:cubicBezTo>
                  <a:pt x="5553157" y="6348195"/>
                  <a:pt x="4430358" y="4218538"/>
                  <a:pt x="3346612" y="4362947"/>
                </a:cubicBezTo>
                <a:cubicBezTo>
                  <a:pt x="2321447" y="4233739"/>
                  <a:pt x="1869073" y="5632229"/>
                  <a:pt x="974088" y="5238524"/>
                </a:cubicBezTo>
                <a:cubicBezTo>
                  <a:pt x="79103" y="4844818"/>
                  <a:pt x="-251227" y="3528414"/>
                  <a:pt x="202774" y="2657398"/>
                </a:cubicBezTo>
                <a:cubicBezTo>
                  <a:pt x="600025" y="1895259"/>
                  <a:pt x="3257266" y="5373"/>
                  <a:pt x="5554921" y="12"/>
                </a:cubicBezTo>
                <a:close/>
              </a:path>
            </a:pathLst>
          </a:custGeom>
          <a:noFill/>
          <a:ln w="38100">
            <a:noFill/>
          </a:ln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CF797EC-B62B-65D3-9B06-B7DE4088E1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2773" y="5613666"/>
            <a:ext cx="742041" cy="9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102206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315079C9-F33A-4DCA-A45D-755F4E23BA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58813" y="4739214"/>
            <a:ext cx="1038703" cy="1035495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78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ED0AA28-5742-8FA8-E8A6-F3D50BC088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629" y="327244"/>
            <a:ext cx="742041" cy="83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618673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3827525-FA50-AE9B-54E6-8BB70ED773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629" y="255853"/>
            <a:ext cx="742041" cy="9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828847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CC4BFDC-60BD-4097-B958-BA94D74507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55897" y="3817010"/>
            <a:ext cx="2702324" cy="1915298"/>
          </a:xfrm>
          <a:custGeom>
            <a:avLst/>
            <a:gdLst>
              <a:gd name="connsiteX0" fmla="*/ 110720 w 4317034"/>
              <a:gd name="connsiteY0" fmla="*/ 0 h 3064476"/>
              <a:gd name="connsiteX1" fmla="*/ 4206314 w 4317034"/>
              <a:gd name="connsiteY1" fmla="*/ 0 h 3064476"/>
              <a:gd name="connsiteX2" fmla="*/ 4317034 w 4317034"/>
              <a:gd name="connsiteY2" fmla="*/ 110720 h 3064476"/>
              <a:gd name="connsiteX3" fmla="*/ 4317034 w 4317034"/>
              <a:gd name="connsiteY3" fmla="*/ 2953756 h 3064476"/>
              <a:gd name="connsiteX4" fmla="*/ 4206314 w 4317034"/>
              <a:gd name="connsiteY4" fmla="*/ 3064476 h 3064476"/>
              <a:gd name="connsiteX5" fmla="*/ 110720 w 4317034"/>
              <a:gd name="connsiteY5" fmla="*/ 3064476 h 3064476"/>
              <a:gd name="connsiteX6" fmla="*/ 0 w 4317034"/>
              <a:gd name="connsiteY6" fmla="*/ 2953756 h 3064476"/>
              <a:gd name="connsiteX7" fmla="*/ 0 w 4317034"/>
              <a:gd name="connsiteY7" fmla="*/ 110720 h 3064476"/>
              <a:gd name="connsiteX8" fmla="*/ 110720 w 4317034"/>
              <a:gd name="connsiteY8" fmla="*/ 0 h 3064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17034" h="3064476">
                <a:moveTo>
                  <a:pt x="110720" y="0"/>
                </a:moveTo>
                <a:lnTo>
                  <a:pt x="4206314" y="0"/>
                </a:lnTo>
                <a:cubicBezTo>
                  <a:pt x="4267463" y="0"/>
                  <a:pt x="4317034" y="49571"/>
                  <a:pt x="4317034" y="110720"/>
                </a:cubicBezTo>
                <a:lnTo>
                  <a:pt x="4317034" y="2953756"/>
                </a:lnTo>
                <a:cubicBezTo>
                  <a:pt x="4317034" y="3014905"/>
                  <a:pt x="4267463" y="3064476"/>
                  <a:pt x="4206314" y="3064476"/>
                </a:cubicBezTo>
                <a:lnTo>
                  <a:pt x="110720" y="3064476"/>
                </a:lnTo>
                <a:cubicBezTo>
                  <a:pt x="49571" y="3064476"/>
                  <a:pt x="0" y="3014905"/>
                  <a:pt x="0" y="2953756"/>
                </a:cubicBezTo>
                <a:lnTo>
                  <a:pt x="0" y="110720"/>
                </a:lnTo>
                <a:cubicBezTo>
                  <a:pt x="0" y="49571"/>
                  <a:pt x="49571" y="0"/>
                  <a:pt x="11072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8100">
            <a:noFill/>
          </a:ln>
          <a:effectLst>
            <a:outerShdw blurRad="1270000" dist="1460500" dir="5400000" sx="90000" sy="9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4A0871F-C8C1-4F08-B99B-C0E6B90620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66752" y="3817010"/>
            <a:ext cx="2702324" cy="1915298"/>
          </a:xfrm>
          <a:custGeom>
            <a:avLst/>
            <a:gdLst>
              <a:gd name="connsiteX0" fmla="*/ 110720 w 4317034"/>
              <a:gd name="connsiteY0" fmla="*/ 0 h 3064476"/>
              <a:gd name="connsiteX1" fmla="*/ 4206314 w 4317034"/>
              <a:gd name="connsiteY1" fmla="*/ 0 h 3064476"/>
              <a:gd name="connsiteX2" fmla="*/ 4317034 w 4317034"/>
              <a:gd name="connsiteY2" fmla="*/ 110720 h 3064476"/>
              <a:gd name="connsiteX3" fmla="*/ 4317034 w 4317034"/>
              <a:gd name="connsiteY3" fmla="*/ 2953756 h 3064476"/>
              <a:gd name="connsiteX4" fmla="*/ 4206314 w 4317034"/>
              <a:gd name="connsiteY4" fmla="*/ 3064476 h 3064476"/>
              <a:gd name="connsiteX5" fmla="*/ 110720 w 4317034"/>
              <a:gd name="connsiteY5" fmla="*/ 3064476 h 3064476"/>
              <a:gd name="connsiteX6" fmla="*/ 0 w 4317034"/>
              <a:gd name="connsiteY6" fmla="*/ 2953756 h 3064476"/>
              <a:gd name="connsiteX7" fmla="*/ 0 w 4317034"/>
              <a:gd name="connsiteY7" fmla="*/ 110720 h 3064476"/>
              <a:gd name="connsiteX8" fmla="*/ 110720 w 4317034"/>
              <a:gd name="connsiteY8" fmla="*/ 0 h 3064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17034" h="3064476">
                <a:moveTo>
                  <a:pt x="110720" y="0"/>
                </a:moveTo>
                <a:lnTo>
                  <a:pt x="4206314" y="0"/>
                </a:lnTo>
                <a:cubicBezTo>
                  <a:pt x="4267463" y="0"/>
                  <a:pt x="4317034" y="49571"/>
                  <a:pt x="4317034" y="110720"/>
                </a:cubicBezTo>
                <a:lnTo>
                  <a:pt x="4317034" y="2953756"/>
                </a:lnTo>
                <a:cubicBezTo>
                  <a:pt x="4317034" y="3014905"/>
                  <a:pt x="4267463" y="3064476"/>
                  <a:pt x="4206314" y="3064476"/>
                </a:cubicBezTo>
                <a:lnTo>
                  <a:pt x="110720" y="3064476"/>
                </a:lnTo>
                <a:cubicBezTo>
                  <a:pt x="49571" y="3064476"/>
                  <a:pt x="0" y="3014905"/>
                  <a:pt x="0" y="2953756"/>
                </a:cubicBezTo>
                <a:lnTo>
                  <a:pt x="0" y="110720"/>
                </a:lnTo>
                <a:cubicBezTo>
                  <a:pt x="0" y="49571"/>
                  <a:pt x="49571" y="0"/>
                  <a:pt x="11072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8100">
            <a:noFill/>
          </a:ln>
          <a:effectLst>
            <a:outerShdw blurRad="1270000" dist="1460500" dir="5400000" sx="90000" sy="9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54F8D00-8075-EF8F-FBF1-9C2C9F54EC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629" y="255853"/>
            <a:ext cx="742041" cy="9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628312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BACF2CA-E67F-4DF1-802F-16B14D8F27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823333" y="1"/>
            <a:ext cx="5368667" cy="6858001"/>
          </a:xfrm>
          <a:custGeom>
            <a:avLst/>
            <a:gdLst>
              <a:gd name="connsiteX0" fmla="*/ 3760873 w 8576585"/>
              <a:gd name="connsiteY0" fmla="*/ 0 h 10972801"/>
              <a:gd name="connsiteX1" fmla="*/ 8576585 w 8576585"/>
              <a:gd name="connsiteY1" fmla="*/ 0 h 10972801"/>
              <a:gd name="connsiteX2" fmla="*/ 8576585 w 8576585"/>
              <a:gd name="connsiteY2" fmla="*/ 10972801 h 10972801"/>
              <a:gd name="connsiteX3" fmla="*/ 5753575 w 8576585"/>
              <a:gd name="connsiteY3" fmla="*/ 10972801 h 10972801"/>
              <a:gd name="connsiteX4" fmla="*/ 4027397 w 8576585"/>
              <a:gd name="connsiteY4" fmla="*/ 10972799 h 10972801"/>
              <a:gd name="connsiteX5" fmla="*/ 3760873 w 8576585"/>
              <a:gd name="connsiteY5" fmla="*/ 10972799 h 10972801"/>
              <a:gd name="connsiteX6" fmla="*/ 3494349 w 8576585"/>
              <a:gd name="connsiteY6" fmla="*/ 10972799 h 10972801"/>
              <a:gd name="connsiteX7" fmla="*/ 766853 w 8576585"/>
              <a:gd name="connsiteY7" fmla="*/ 10972799 h 10972801"/>
              <a:gd name="connsiteX8" fmla="*/ 730191 w 8576585"/>
              <a:gd name="connsiteY8" fmla="*/ 10951009 h 10972801"/>
              <a:gd name="connsiteX9" fmla="*/ 994739 w 8576585"/>
              <a:gd name="connsiteY9" fmla="*/ 10342959 h 10972801"/>
              <a:gd name="connsiteX10" fmla="*/ 1527603 w 8576585"/>
              <a:gd name="connsiteY10" fmla="*/ 10122945 h 10972801"/>
              <a:gd name="connsiteX11" fmla="*/ 1332993 w 8576585"/>
              <a:gd name="connsiteY11" fmla="*/ 9697115 h 10972801"/>
              <a:gd name="connsiteX12" fmla="*/ 118989 w 8576585"/>
              <a:gd name="connsiteY12" fmla="*/ 9391935 h 10972801"/>
              <a:gd name="connsiteX13" fmla="*/ 355303 w 8576585"/>
              <a:gd name="connsiteY13" fmla="*/ 8987393 h 10972801"/>
              <a:gd name="connsiteX14" fmla="*/ 1833421 w 8576585"/>
              <a:gd name="connsiteY14" fmla="*/ 8888033 h 10972801"/>
              <a:gd name="connsiteX15" fmla="*/ 1986331 w 8576585"/>
              <a:gd name="connsiteY15" fmla="*/ 8448007 h 10972801"/>
              <a:gd name="connsiteX16" fmla="*/ 739891 w 8576585"/>
              <a:gd name="connsiteY16" fmla="*/ 8167669 h 10972801"/>
              <a:gd name="connsiteX17" fmla="*/ 642585 w 8576585"/>
              <a:gd name="connsiteY17" fmla="*/ 7734740 h 10972801"/>
              <a:gd name="connsiteX18" fmla="*/ 1189351 w 8576585"/>
              <a:gd name="connsiteY18" fmla="*/ 7557309 h 10972801"/>
              <a:gd name="connsiteX19" fmla="*/ 1180083 w 8576585"/>
              <a:gd name="connsiteY19" fmla="*/ 6872429 h 10972801"/>
              <a:gd name="connsiteX20" fmla="*/ 415539 w 8576585"/>
              <a:gd name="connsiteY20" fmla="*/ 6822749 h 10972801"/>
              <a:gd name="connsiteX21" fmla="*/ 183859 w 8576585"/>
              <a:gd name="connsiteY21" fmla="*/ 6421758 h 10972801"/>
              <a:gd name="connsiteX22" fmla="*/ 2148507 w 8576585"/>
              <a:gd name="connsiteY22" fmla="*/ 6063348 h 10972801"/>
              <a:gd name="connsiteX23" fmla="*/ 2162407 w 8576585"/>
              <a:gd name="connsiteY23" fmla="*/ 5605579 h 10972801"/>
              <a:gd name="connsiteX24" fmla="*/ 790861 w 8576585"/>
              <a:gd name="connsiteY24" fmla="*/ 5424601 h 10972801"/>
              <a:gd name="connsiteX25" fmla="*/ 633319 w 8576585"/>
              <a:gd name="connsiteY25" fmla="*/ 4963283 h 10972801"/>
              <a:gd name="connsiteX26" fmla="*/ 1180083 w 8576585"/>
              <a:gd name="connsiteY26" fmla="*/ 4782304 h 10972801"/>
              <a:gd name="connsiteX27" fmla="*/ 1184717 w 8576585"/>
              <a:gd name="connsiteY27" fmla="*/ 4097426 h 10972801"/>
              <a:gd name="connsiteX28" fmla="*/ 582349 w 8576585"/>
              <a:gd name="connsiteY28" fmla="*/ 3930641 h 10972801"/>
              <a:gd name="connsiteX29" fmla="*/ 661121 w 8576585"/>
              <a:gd name="connsiteY29" fmla="*/ 3479969 h 10972801"/>
              <a:gd name="connsiteX30" fmla="*/ 1884391 w 8576585"/>
              <a:gd name="connsiteY30" fmla="*/ 3213823 h 10972801"/>
              <a:gd name="connsiteX31" fmla="*/ 1467367 w 8576585"/>
              <a:gd name="connsiteY31" fmla="*/ 2699277 h 10972801"/>
              <a:gd name="connsiteX32" fmla="*/ 387739 w 8576585"/>
              <a:gd name="connsiteY32" fmla="*/ 2670888 h 10972801"/>
              <a:gd name="connsiteX33" fmla="*/ 239463 w 8576585"/>
              <a:gd name="connsiteY33" fmla="*/ 2049883 h 10972801"/>
              <a:gd name="connsiteX34" fmla="*/ 874265 w 8576585"/>
              <a:gd name="connsiteY34" fmla="*/ 2007299 h 10972801"/>
              <a:gd name="connsiteX35" fmla="*/ 1462733 w 8576585"/>
              <a:gd name="connsiteY35" fmla="*/ 1897294 h 10972801"/>
              <a:gd name="connsiteX36" fmla="*/ 994739 w 8576585"/>
              <a:gd name="connsiteY36" fmla="*/ 1315322 h 10972801"/>
              <a:gd name="connsiteX37" fmla="*/ 633319 w 8576585"/>
              <a:gd name="connsiteY37" fmla="*/ 701414 h 10972801"/>
              <a:gd name="connsiteX38" fmla="*/ 1189351 w 8576585"/>
              <a:gd name="connsiteY38" fmla="*/ 616247 h 10972801"/>
              <a:gd name="connsiteX39" fmla="*/ 1754649 w 8576585"/>
              <a:gd name="connsiteY39" fmla="*/ 566568 h 10972801"/>
              <a:gd name="connsiteX40" fmla="*/ 1807293 w 8576585"/>
              <a:gd name="connsiteY40" fmla="*/ 8730 h 10972801"/>
              <a:gd name="connsiteX41" fmla="*/ 1790913 w 8576585"/>
              <a:gd name="connsiteY41" fmla="*/ 1 h 10972801"/>
              <a:gd name="connsiteX42" fmla="*/ 3494349 w 8576585"/>
              <a:gd name="connsiteY42" fmla="*/ 1 h 10972801"/>
              <a:gd name="connsiteX43" fmla="*/ 3760873 w 8576585"/>
              <a:gd name="connsiteY43" fmla="*/ 1 h 10972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8576585" h="10972801">
                <a:moveTo>
                  <a:pt x="3760873" y="0"/>
                </a:moveTo>
                <a:lnTo>
                  <a:pt x="8576585" y="0"/>
                </a:lnTo>
                <a:lnTo>
                  <a:pt x="8576585" y="10972801"/>
                </a:lnTo>
                <a:lnTo>
                  <a:pt x="5753575" y="10972801"/>
                </a:lnTo>
                <a:lnTo>
                  <a:pt x="4027397" y="10972799"/>
                </a:lnTo>
                <a:lnTo>
                  <a:pt x="3760873" y="10972799"/>
                </a:lnTo>
                <a:lnTo>
                  <a:pt x="3494349" y="10972799"/>
                </a:lnTo>
                <a:lnTo>
                  <a:pt x="766853" y="10972799"/>
                </a:lnTo>
                <a:lnTo>
                  <a:pt x="730191" y="10951009"/>
                </a:lnTo>
                <a:cubicBezTo>
                  <a:pt x="456517" y="10759419"/>
                  <a:pt x="544701" y="10389535"/>
                  <a:pt x="994739" y="10342959"/>
                </a:cubicBezTo>
                <a:cubicBezTo>
                  <a:pt x="1277389" y="10318117"/>
                  <a:pt x="1439565" y="10303923"/>
                  <a:pt x="1527603" y="10122945"/>
                </a:cubicBezTo>
                <a:cubicBezTo>
                  <a:pt x="1620275" y="9920675"/>
                  <a:pt x="1485901" y="9753891"/>
                  <a:pt x="1332993" y="9697115"/>
                </a:cubicBezTo>
                <a:cubicBezTo>
                  <a:pt x="888165" y="9523233"/>
                  <a:pt x="253363" y="9810669"/>
                  <a:pt x="118989" y="9391935"/>
                </a:cubicBezTo>
                <a:cubicBezTo>
                  <a:pt x="63385" y="9210955"/>
                  <a:pt x="207027" y="9044171"/>
                  <a:pt x="355303" y="8987393"/>
                </a:cubicBezTo>
                <a:cubicBezTo>
                  <a:pt x="675021" y="8873837"/>
                  <a:pt x="1560039" y="9051269"/>
                  <a:pt x="1833421" y="8888033"/>
                </a:cubicBezTo>
                <a:cubicBezTo>
                  <a:pt x="1972431" y="8806415"/>
                  <a:pt x="2097535" y="8636083"/>
                  <a:pt x="1986331" y="8448007"/>
                </a:cubicBezTo>
                <a:cubicBezTo>
                  <a:pt x="1773185" y="8093148"/>
                  <a:pt x="1073511" y="8384133"/>
                  <a:pt x="739891" y="8167669"/>
                </a:cubicBezTo>
                <a:cubicBezTo>
                  <a:pt x="596251" y="8075405"/>
                  <a:pt x="517479" y="7897975"/>
                  <a:pt x="642585" y="7734740"/>
                </a:cubicBezTo>
                <a:cubicBezTo>
                  <a:pt x="767693" y="7571504"/>
                  <a:pt x="906701" y="7596344"/>
                  <a:pt x="1189351" y="7557309"/>
                </a:cubicBezTo>
                <a:cubicBezTo>
                  <a:pt x="1750017" y="7486338"/>
                  <a:pt x="1634177" y="6918562"/>
                  <a:pt x="1180083" y="6872429"/>
                </a:cubicBezTo>
                <a:cubicBezTo>
                  <a:pt x="934501" y="6847589"/>
                  <a:pt x="633319" y="6911465"/>
                  <a:pt x="415539" y="6822749"/>
                </a:cubicBezTo>
                <a:cubicBezTo>
                  <a:pt x="271897" y="6765971"/>
                  <a:pt x="114355" y="6620479"/>
                  <a:pt x="183859" y="6421758"/>
                </a:cubicBezTo>
                <a:cubicBezTo>
                  <a:pt x="359935" y="5910759"/>
                  <a:pt x="1777817" y="6382723"/>
                  <a:pt x="2148507" y="6063348"/>
                </a:cubicBezTo>
                <a:cubicBezTo>
                  <a:pt x="2282881" y="5942696"/>
                  <a:pt x="2310681" y="5740426"/>
                  <a:pt x="2162407" y="5605579"/>
                </a:cubicBezTo>
                <a:cubicBezTo>
                  <a:pt x="1865857" y="5332338"/>
                  <a:pt x="1193985" y="5598483"/>
                  <a:pt x="790861" y="5424601"/>
                </a:cubicBezTo>
                <a:cubicBezTo>
                  <a:pt x="614785" y="5350080"/>
                  <a:pt x="508213" y="5162004"/>
                  <a:pt x="633319" y="4963283"/>
                </a:cubicBezTo>
                <a:cubicBezTo>
                  <a:pt x="725991" y="4814242"/>
                  <a:pt x="911335" y="4807144"/>
                  <a:pt x="1180083" y="4782304"/>
                </a:cubicBezTo>
                <a:cubicBezTo>
                  <a:pt x="1685145" y="4729075"/>
                  <a:pt x="1712949" y="4157752"/>
                  <a:pt x="1184717" y="4097426"/>
                </a:cubicBezTo>
                <a:cubicBezTo>
                  <a:pt x="878899" y="4061939"/>
                  <a:pt x="725991" y="4097426"/>
                  <a:pt x="582349" y="3930641"/>
                </a:cubicBezTo>
                <a:cubicBezTo>
                  <a:pt x="457241" y="3778051"/>
                  <a:pt x="494311" y="3589975"/>
                  <a:pt x="661121" y="3479969"/>
                </a:cubicBezTo>
                <a:cubicBezTo>
                  <a:pt x="985473" y="3263505"/>
                  <a:pt x="1689779" y="3565135"/>
                  <a:pt x="1884391" y="3213823"/>
                </a:cubicBezTo>
                <a:cubicBezTo>
                  <a:pt x="2083635" y="2937033"/>
                  <a:pt x="1791717" y="2717020"/>
                  <a:pt x="1467367" y="2699277"/>
                </a:cubicBezTo>
                <a:cubicBezTo>
                  <a:pt x="1226419" y="2685082"/>
                  <a:pt x="536013" y="2752506"/>
                  <a:pt x="387739" y="2670888"/>
                </a:cubicBezTo>
                <a:cubicBezTo>
                  <a:pt x="-75623" y="2653146"/>
                  <a:pt x="-121959" y="2191827"/>
                  <a:pt x="239463" y="2049883"/>
                </a:cubicBezTo>
                <a:cubicBezTo>
                  <a:pt x="387739" y="1989556"/>
                  <a:pt x="693555" y="2007299"/>
                  <a:pt x="874265" y="2007299"/>
                </a:cubicBezTo>
                <a:cubicBezTo>
                  <a:pt x="1263487" y="2007299"/>
                  <a:pt x="1193985" y="2017945"/>
                  <a:pt x="1462733" y="1897294"/>
                </a:cubicBezTo>
                <a:cubicBezTo>
                  <a:pt x="1661977" y="1535336"/>
                  <a:pt x="1518337" y="1340163"/>
                  <a:pt x="994739" y="1315322"/>
                </a:cubicBezTo>
                <a:cubicBezTo>
                  <a:pt x="466509" y="1294031"/>
                  <a:pt x="410905" y="985302"/>
                  <a:pt x="633319" y="701414"/>
                </a:cubicBezTo>
                <a:cubicBezTo>
                  <a:pt x="874265" y="612700"/>
                  <a:pt x="864999" y="612700"/>
                  <a:pt x="1189351" y="616247"/>
                </a:cubicBezTo>
                <a:cubicBezTo>
                  <a:pt x="1374695" y="616247"/>
                  <a:pt x="1597109" y="641088"/>
                  <a:pt x="1754649" y="566568"/>
                </a:cubicBezTo>
                <a:cubicBezTo>
                  <a:pt x="2026295" y="439261"/>
                  <a:pt x="2053155" y="159808"/>
                  <a:pt x="1807293" y="8730"/>
                </a:cubicBezTo>
                <a:lnTo>
                  <a:pt x="1790913" y="1"/>
                </a:lnTo>
                <a:lnTo>
                  <a:pt x="3494349" y="1"/>
                </a:lnTo>
                <a:lnTo>
                  <a:pt x="3760873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849747D-ED2C-4026-BA8A-5BEAC016C1F1}"/>
              </a:ext>
            </a:extLst>
          </p:cNvPr>
          <p:cNvSpPr>
            <a:spLocks noGrp="1"/>
          </p:cNvSpPr>
          <p:nvPr userDrawn="1">
            <p:ph type="pic" sz="quarter" idx="11"/>
          </p:nvPr>
        </p:nvSpPr>
        <p:spPr>
          <a:xfrm>
            <a:off x="5043111" y="1548582"/>
            <a:ext cx="5404589" cy="3760839"/>
          </a:xfrm>
          <a:custGeom>
            <a:avLst/>
            <a:gdLst>
              <a:gd name="connsiteX0" fmla="*/ 501484 w 8633973"/>
              <a:gd name="connsiteY0" fmla="*/ 0 h 6017342"/>
              <a:gd name="connsiteX1" fmla="*/ 8132488 w 8633973"/>
              <a:gd name="connsiteY1" fmla="*/ 0 h 6017342"/>
              <a:gd name="connsiteX2" fmla="*/ 8633973 w 8633973"/>
              <a:gd name="connsiteY2" fmla="*/ 501485 h 6017342"/>
              <a:gd name="connsiteX3" fmla="*/ 8633973 w 8633973"/>
              <a:gd name="connsiteY3" fmla="*/ 5515857 h 6017342"/>
              <a:gd name="connsiteX4" fmla="*/ 8132488 w 8633973"/>
              <a:gd name="connsiteY4" fmla="*/ 6017342 h 6017342"/>
              <a:gd name="connsiteX5" fmla="*/ 501484 w 8633973"/>
              <a:gd name="connsiteY5" fmla="*/ 6017342 h 6017342"/>
              <a:gd name="connsiteX6" fmla="*/ 0 w 8633973"/>
              <a:gd name="connsiteY6" fmla="*/ 5515857 h 6017342"/>
              <a:gd name="connsiteX7" fmla="*/ 0 w 8633973"/>
              <a:gd name="connsiteY7" fmla="*/ 501485 h 6017342"/>
              <a:gd name="connsiteX8" fmla="*/ 501484 w 8633973"/>
              <a:gd name="connsiteY8" fmla="*/ 0 h 6017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633973" h="6017342">
                <a:moveTo>
                  <a:pt x="501484" y="0"/>
                </a:moveTo>
                <a:lnTo>
                  <a:pt x="8132488" y="0"/>
                </a:lnTo>
                <a:cubicBezTo>
                  <a:pt x="8409451" y="0"/>
                  <a:pt x="8633973" y="224522"/>
                  <a:pt x="8633973" y="501485"/>
                </a:cubicBezTo>
                <a:lnTo>
                  <a:pt x="8633973" y="5515857"/>
                </a:lnTo>
                <a:cubicBezTo>
                  <a:pt x="8633973" y="5792820"/>
                  <a:pt x="8409451" y="6017342"/>
                  <a:pt x="8132488" y="6017342"/>
                </a:cubicBezTo>
                <a:lnTo>
                  <a:pt x="501484" y="6017342"/>
                </a:lnTo>
                <a:cubicBezTo>
                  <a:pt x="224521" y="6017342"/>
                  <a:pt x="0" y="5792820"/>
                  <a:pt x="0" y="5515857"/>
                </a:cubicBezTo>
                <a:lnTo>
                  <a:pt x="0" y="501485"/>
                </a:lnTo>
                <a:cubicBezTo>
                  <a:pt x="0" y="224522"/>
                  <a:pt x="224521" y="0"/>
                  <a:pt x="50148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2362200" dir="2700000" sx="90000" sy="90000" algn="tl" rotWithShape="0">
              <a:schemeClr val="tx1">
                <a:lumMod val="95000"/>
                <a:lumOff val="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DA44988-D96C-0104-43F5-62B98F0258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629" y="255853"/>
            <a:ext cx="742041" cy="9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06501"/>
      </p:ext>
    </p:extLst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2CA86175-65F3-4120-988A-5B321D651E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79088" y="1370935"/>
            <a:ext cx="2441293" cy="4116130"/>
          </a:xfrm>
          <a:prstGeom prst="round2SameRect">
            <a:avLst>
              <a:gd name="adj1" fmla="val 1036"/>
              <a:gd name="adj2" fmla="val 0"/>
            </a:avLst>
          </a:prstGeom>
          <a:solidFill>
            <a:schemeClr val="bg1">
              <a:lumMod val="95000"/>
            </a:schemeClr>
          </a:solidFill>
          <a:ln w="38100">
            <a:noFill/>
          </a:ln>
          <a:effectLst>
            <a:outerShdw blurRad="1270000" dist="1460500" dir="5400000" sx="90000" sy="9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2E90B60-55C5-4104-B062-CFD99C7B72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63667" y="1370935"/>
            <a:ext cx="2441293" cy="4116130"/>
          </a:xfrm>
          <a:prstGeom prst="round2SameRect">
            <a:avLst>
              <a:gd name="adj1" fmla="val 1036"/>
              <a:gd name="adj2" fmla="val 0"/>
            </a:avLst>
          </a:prstGeom>
          <a:solidFill>
            <a:schemeClr val="bg1">
              <a:lumMod val="95000"/>
            </a:schemeClr>
          </a:solidFill>
          <a:ln w="38100">
            <a:noFill/>
          </a:ln>
          <a:effectLst>
            <a:outerShdw blurRad="1270000" dist="1460500" dir="5400000" sx="90000" sy="9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7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36D13A9-F3A4-017C-BD5D-88AF51A1F8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629" y="255853"/>
            <a:ext cx="742041" cy="9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285347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F5B8586-E667-495D-81BA-A43E958022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078639" cy="6858000"/>
          </a:xfrm>
          <a:custGeom>
            <a:avLst/>
            <a:gdLst>
              <a:gd name="connsiteX0" fmla="*/ 0 w 9710784"/>
              <a:gd name="connsiteY0" fmla="*/ 0 h 10972800"/>
              <a:gd name="connsiteX1" fmla="*/ 9236054 w 9710784"/>
              <a:gd name="connsiteY1" fmla="*/ 0 h 10972800"/>
              <a:gd name="connsiteX2" fmla="*/ 9236054 w 9710784"/>
              <a:gd name="connsiteY2" fmla="*/ 10972800 h 10972800"/>
              <a:gd name="connsiteX3" fmla="*/ 0 w 9710784"/>
              <a:gd name="connsiteY3" fmla="*/ 10972800 h 1097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10784" h="10972800">
                <a:moveTo>
                  <a:pt x="0" y="0"/>
                </a:moveTo>
                <a:lnTo>
                  <a:pt x="9236054" y="0"/>
                </a:lnTo>
                <a:cubicBezTo>
                  <a:pt x="11056780" y="4172747"/>
                  <a:pt x="6885660" y="6916377"/>
                  <a:pt x="9236054" y="10972800"/>
                </a:cubicBezTo>
                <a:lnTo>
                  <a:pt x="0" y="10972800"/>
                </a:lnTo>
                <a:close/>
              </a:path>
            </a:pathLst>
          </a:custGeom>
          <a:solidFill>
            <a:schemeClr val="bg1">
              <a:lumMod val="95000"/>
              <a:alpha val="4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17833375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1B78-826D-4FE9-99FE-428C8E62A634}" type="slidenum">
              <a:rPr lang="en-US" smtClean="0"/>
              <a:t>‹Nº›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9E0E0A3-4F7E-4BDA-9BCC-8809A94C46EA}"/>
              </a:ext>
            </a:extLst>
          </p:cNvPr>
          <p:cNvSpPr/>
          <p:nvPr userDrawn="1"/>
        </p:nvSpPr>
        <p:spPr>
          <a:xfrm rot="14125145">
            <a:off x="1633230" y="1749238"/>
            <a:ext cx="3903743" cy="3359526"/>
          </a:xfrm>
          <a:custGeom>
            <a:avLst/>
            <a:gdLst>
              <a:gd name="connsiteX0" fmla="*/ 1461356 w 3189331"/>
              <a:gd name="connsiteY0" fmla="*/ 10544 h 3099408"/>
              <a:gd name="connsiteX1" fmla="*/ 2055716 w 3189331"/>
              <a:gd name="connsiteY1" fmla="*/ 124844 h 3099408"/>
              <a:gd name="connsiteX2" fmla="*/ 2200496 w 3189331"/>
              <a:gd name="connsiteY2" fmla="*/ 155324 h 3099408"/>
              <a:gd name="connsiteX3" fmla="*/ 2817716 w 3189331"/>
              <a:gd name="connsiteY3" fmla="*/ 322964 h 3099408"/>
              <a:gd name="connsiteX4" fmla="*/ 3152996 w 3189331"/>
              <a:gd name="connsiteY4" fmla="*/ 742064 h 3099408"/>
              <a:gd name="connsiteX5" fmla="*/ 3107276 w 3189331"/>
              <a:gd name="connsiteY5" fmla="*/ 1405004 h 3099408"/>
              <a:gd name="connsiteX6" fmla="*/ 2505296 w 3189331"/>
              <a:gd name="connsiteY6" fmla="*/ 1854584 h 3099408"/>
              <a:gd name="connsiteX7" fmla="*/ 2192876 w 3189331"/>
              <a:gd name="connsiteY7" fmla="*/ 2433704 h 3099408"/>
              <a:gd name="connsiteX8" fmla="*/ 1697576 w 3189331"/>
              <a:gd name="connsiteY8" fmla="*/ 2860424 h 3099408"/>
              <a:gd name="connsiteX9" fmla="*/ 1232756 w 3189331"/>
              <a:gd name="connsiteY9" fmla="*/ 3081404 h 3099408"/>
              <a:gd name="connsiteX10" fmla="*/ 646016 w 3189331"/>
              <a:gd name="connsiteY10" fmla="*/ 3005204 h 3099408"/>
              <a:gd name="connsiteX11" fmla="*/ 104996 w 3189331"/>
              <a:gd name="connsiteY11" fmla="*/ 2365124 h 3099408"/>
              <a:gd name="connsiteX12" fmla="*/ 44036 w 3189331"/>
              <a:gd name="connsiteY12" fmla="*/ 1252604 h 3099408"/>
              <a:gd name="connsiteX13" fmla="*/ 607916 w 3189331"/>
              <a:gd name="connsiteY13" fmla="*/ 422024 h 3099408"/>
              <a:gd name="connsiteX14" fmla="*/ 1461356 w 3189331"/>
              <a:gd name="connsiteY14" fmla="*/ 10544 h 3099408"/>
              <a:gd name="connsiteX0" fmla="*/ 1461356 w 3197385"/>
              <a:gd name="connsiteY0" fmla="*/ 10544 h 3099408"/>
              <a:gd name="connsiteX1" fmla="*/ 2055716 w 3197385"/>
              <a:gd name="connsiteY1" fmla="*/ 124844 h 3099408"/>
              <a:gd name="connsiteX2" fmla="*/ 2200496 w 3197385"/>
              <a:gd name="connsiteY2" fmla="*/ 155324 h 3099408"/>
              <a:gd name="connsiteX3" fmla="*/ 2817716 w 3197385"/>
              <a:gd name="connsiteY3" fmla="*/ 322964 h 3099408"/>
              <a:gd name="connsiteX4" fmla="*/ 3152996 w 3197385"/>
              <a:gd name="connsiteY4" fmla="*/ 742064 h 3099408"/>
              <a:gd name="connsiteX5" fmla="*/ 3107276 w 3197385"/>
              <a:gd name="connsiteY5" fmla="*/ 1405004 h 3099408"/>
              <a:gd name="connsiteX6" fmla="*/ 2505296 w 3197385"/>
              <a:gd name="connsiteY6" fmla="*/ 1854584 h 3099408"/>
              <a:gd name="connsiteX7" fmla="*/ 2192876 w 3197385"/>
              <a:gd name="connsiteY7" fmla="*/ 2433704 h 3099408"/>
              <a:gd name="connsiteX8" fmla="*/ 1697576 w 3197385"/>
              <a:gd name="connsiteY8" fmla="*/ 2860424 h 3099408"/>
              <a:gd name="connsiteX9" fmla="*/ 1232756 w 3197385"/>
              <a:gd name="connsiteY9" fmla="*/ 3081404 h 3099408"/>
              <a:gd name="connsiteX10" fmla="*/ 646016 w 3197385"/>
              <a:gd name="connsiteY10" fmla="*/ 3005204 h 3099408"/>
              <a:gd name="connsiteX11" fmla="*/ 104996 w 3197385"/>
              <a:gd name="connsiteY11" fmla="*/ 2365124 h 3099408"/>
              <a:gd name="connsiteX12" fmla="*/ 44036 w 3197385"/>
              <a:gd name="connsiteY12" fmla="*/ 1252604 h 3099408"/>
              <a:gd name="connsiteX13" fmla="*/ 607916 w 3197385"/>
              <a:gd name="connsiteY13" fmla="*/ 422024 h 3099408"/>
              <a:gd name="connsiteX14" fmla="*/ 1461356 w 3197385"/>
              <a:gd name="connsiteY14" fmla="*/ 10544 h 3099408"/>
              <a:gd name="connsiteX0" fmla="*/ 1461356 w 3116044"/>
              <a:gd name="connsiteY0" fmla="*/ 10544 h 3099408"/>
              <a:gd name="connsiteX1" fmla="*/ 2055716 w 3116044"/>
              <a:gd name="connsiteY1" fmla="*/ 124844 h 3099408"/>
              <a:gd name="connsiteX2" fmla="*/ 2200496 w 3116044"/>
              <a:gd name="connsiteY2" fmla="*/ 155324 h 3099408"/>
              <a:gd name="connsiteX3" fmla="*/ 2817716 w 3116044"/>
              <a:gd name="connsiteY3" fmla="*/ 322964 h 3099408"/>
              <a:gd name="connsiteX4" fmla="*/ 3107276 w 3116044"/>
              <a:gd name="connsiteY4" fmla="*/ 1405004 h 3099408"/>
              <a:gd name="connsiteX5" fmla="*/ 2505296 w 3116044"/>
              <a:gd name="connsiteY5" fmla="*/ 1854584 h 3099408"/>
              <a:gd name="connsiteX6" fmla="*/ 2192876 w 3116044"/>
              <a:gd name="connsiteY6" fmla="*/ 2433704 h 3099408"/>
              <a:gd name="connsiteX7" fmla="*/ 1697576 w 3116044"/>
              <a:gd name="connsiteY7" fmla="*/ 2860424 h 3099408"/>
              <a:gd name="connsiteX8" fmla="*/ 1232756 w 3116044"/>
              <a:gd name="connsiteY8" fmla="*/ 3081404 h 3099408"/>
              <a:gd name="connsiteX9" fmla="*/ 646016 w 3116044"/>
              <a:gd name="connsiteY9" fmla="*/ 3005204 h 3099408"/>
              <a:gd name="connsiteX10" fmla="*/ 104996 w 3116044"/>
              <a:gd name="connsiteY10" fmla="*/ 2365124 h 3099408"/>
              <a:gd name="connsiteX11" fmla="*/ 44036 w 3116044"/>
              <a:gd name="connsiteY11" fmla="*/ 1252604 h 3099408"/>
              <a:gd name="connsiteX12" fmla="*/ 607916 w 3116044"/>
              <a:gd name="connsiteY12" fmla="*/ 422024 h 3099408"/>
              <a:gd name="connsiteX13" fmla="*/ 1461356 w 3116044"/>
              <a:gd name="connsiteY13" fmla="*/ 10544 h 3099408"/>
              <a:gd name="connsiteX0" fmla="*/ 1461356 w 3202939"/>
              <a:gd name="connsiteY0" fmla="*/ 10544 h 3099408"/>
              <a:gd name="connsiteX1" fmla="*/ 2055716 w 3202939"/>
              <a:gd name="connsiteY1" fmla="*/ 124844 h 3099408"/>
              <a:gd name="connsiteX2" fmla="*/ 2200496 w 3202939"/>
              <a:gd name="connsiteY2" fmla="*/ 155324 h 3099408"/>
              <a:gd name="connsiteX3" fmla="*/ 2817716 w 3202939"/>
              <a:gd name="connsiteY3" fmla="*/ 322964 h 3099408"/>
              <a:gd name="connsiteX4" fmla="*/ 3107276 w 3202939"/>
              <a:gd name="connsiteY4" fmla="*/ 1405004 h 3099408"/>
              <a:gd name="connsiteX5" fmla="*/ 2505296 w 3202939"/>
              <a:gd name="connsiteY5" fmla="*/ 1854584 h 3099408"/>
              <a:gd name="connsiteX6" fmla="*/ 2192876 w 3202939"/>
              <a:gd name="connsiteY6" fmla="*/ 2433704 h 3099408"/>
              <a:gd name="connsiteX7" fmla="*/ 1697576 w 3202939"/>
              <a:gd name="connsiteY7" fmla="*/ 2860424 h 3099408"/>
              <a:gd name="connsiteX8" fmla="*/ 1232756 w 3202939"/>
              <a:gd name="connsiteY8" fmla="*/ 3081404 h 3099408"/>
              <a:gd name="connsiteX9" fmla="*/ 646016 w 3202939"/>
              <a:gd name="connsiteY9" fmla="*/ 3005204 h 3099408"/>
              <a:gd name="connsiteX10" fmla="*/ 104996 w 3202939"/>
              <a:gd name="connsiteY10" fmla="*/ 2365124 h 3099408"/>
              <a:gd name="connsiteX11" fmla="*/ 44036 w 3202939"/>
              <a:gd name="connsiteY11" fmla="*/ 1252604 h 3099408"/>
              <a:gd name="connsiteX12" fmla="*/ 607916 w 3202939"/>
              <a:gd name="connsiteY12" fmla="*/ 422024 h 3099408"/>
              <a:gd name="connsiteX13" fmla="*/ 1461356 w 3202939"/>
              <a:gd name="connsiteY13" fmla="*/ 10544 h 3099408"/>
              <a:gd name="connsiteX0" fmla="*/ 1461356 w 3202939"/>
              <a:gd name="connsiteY0" fmla="*/ 10544 h 3099408"/>
              <a:gd name="connsiteX1" fmla="*/ 2055716 w 3202939"/>
              <a:gd name="connsiteY1" fmla="*/ 124844 h 3099408"/>
              <a:gd name="connsiteX2" fmla="*/ 2200496 w 3202939"/>
              <a:gd name="connsiteY2" fmla="*/ 155324 h 3099408"/>
              <a:gd name="connsiteX3" fmla="*/ 2817716 w 3202939"/>
              <a:gd name="connsiteY3" fmla="*/ 322964 h 3099408"/>
              <a:gd name="connsiteX4" fmla="*/ 3107276 w 3202939"/>
              <a:gd name="connsiteY4" fmla="*/ 1405004 h 3099408"/>
              <a:gd name="connsiteX5" fmla="*/ 2505296 w 3202939"/>
              <a:gd name="connsiteY5" fmla="*/ 1854584 h 3099408"/>
              <a:gd name="connsiteX6" fmla="*/ 1697576 w 3202939"/>
              <a:gd name="connsiteY6" fmla="*/ 2860424 h 3099408"/>
              <a:gd name="connsiteX7" fmla="*/ 1232756 w 3202939"/>
              <a:gd name="connsiteY7" fmla="*/ 3081404 h 3099408"/>
              <a:gd name="connsiteX8" fmla="*/ 646016 w 3202939"/>
              <a:gd name="connsiteY8" fmla="*/ 3005204 h 3099408"/>
              <a:gd name="connsiteX9" fmla="*/ 104996 w 3202939"/>
              <a:gd name="connsiteY9" fmla="*/ 2365124 h 3099408"/>
              <a:gd name="connsiteX10" fmla="*/ 44036 w 3202939"/>
              <a:gd name="connsiteY10" fmla="*/ 1252604 h 3099408"/>
              <a:gd name="connsiteX11" fmla="*/ 607916 w 3202939"/>
              <a:gd name="connsiteY11" fmla="*/ 422024 h 3099408"/>
              <a:gd name="connsiteX12" fmla="*/ 1461356 w 3202939"/>
              <a:gd name="connsiteY12" fmla="*/ 10544 h 3099408"/>
              <a:gd name="connsiteX0" fmla="*/ 1461356 w 3202939"/>
              <a:gd name="connsiteY0" fmla="*/ 10544 h 3099408"/>
              <a:gd name="connsiteX1" fmla="*/ 2055716 w 3202939"/>
              <a:gd name="connsiteY1" fmla="*/ 124844 h 3099408"/>
              <a:gd name="connsiteX2" fmla="*/ 2200496 w 3202939"/>
              <a:gd name="connsiteY2" fmla="*/ 155324 h 3099408"/>
              <a:gd name="connsiteX3" fmla="*/ 2817716 w 3202939"/>
              <a:gd name="connsiteY3" fmla="*/ 322964 h 3099408"/>
              <a:gd name="connsiteX4" fmla="*/ 3107276 w 3202939"/>
              <a:gd name="connsiteY4" fmla="*/ 1405004 h 3099408"/>
              <a:gd name="connsiteX5" fmla="*/ 2505296 w 3202939"/>
              <a:gd name="connsiteY5" fmla="*/ 1854584 h 3099408"/>
              <a:gd name="connsiteX6" fmla="*/ 1697576 w 3202939"/>
              <a:gd name="connsiteY6" fmla="*/ 2860424 h 3099408"/>
              <a:gd name="connsiteX7" fmla="*/ 1232756 w 3202939"/>
              <a:gd name="connsiteY7" fmla="*/ 3081404 h 3099408"/>
              <a:gd name="connsiteX8" fmla="*/ 646016 w 3202939"/>
              <a:gd name="connsiteY8" fmla="*/ 3005204 h 3099408"/>
              <a:gd name="connsiteX9" fmla="*/ 104996 w 3202939"/>
              <a:gd name="connsiteY9" fmla="*/ 2365124 h 3099408"/>
              <a:gd name="connsiteX10" fmla="*/ 44036 w 3202939"/>
              <a:gd name="connsiteY10" fmla="*/ 1252604 h 3099408"/>
              <a:gd name="connsiteX11" fmla="*/ 607916 w 3202939"/>
              <a:gd name="connsiteY11" fmla="*/ 422024 h 3099408"/>
              <a:gd name="connsiteX12" fmla="*/ 1461356 w 3202939"/>
              <a:gd name="connsiteY12" fmla="*/ 10544 h 3099408"/>
              <a:gd name="connsiteX0" fmla="*/ 1461356 w 3202939"/>
              <a:gd name="connsiteY0" fmla="*/ 10544 h 3173530"/>
              <a:gd name="connsiteX1" fmla="*/ 2055716 w 3202939"/>
              <a:gd name="connsiteY1" fmla="*/ 124844 h 3173530"/>
              <a:gd name="connsiteX2" fmla="*/ 2200496 w 3202939"/>
              <a:gd name="connsiteY2" fmla="*/ 155324 h 3173530"/>
              <a:gd name="connsiteX3" fmla="*/ 2817716 w 3202939"/>
              <a:gd name="connsiteY3" fmla="*/ 322964 h 3173530"/>
              <a:gd name="connsiteX4" fmla="*/ 3107276 w 3202939"/>
              <a:gd name="connsiteY4" fmla="*/ 1405004 h 3173530"/>
              <a:gd name="connsiteX5" fmla="*/ 2505296 w 3202939"/>
              <a:gd name="connsiteY5" fmla="*/ 1854584 h 3173530"/>
              <a:gd name="connsiteX6" fmla="*/ 1232756 w 3202939"/>
              <a:gd name="connsiteY6" fmla="*/ 3081404 h 3173530"/>
              <a:gd name="connsiteX7" fmla="*/ 646016 w 3202939"/>
              <a:gd name="connsiteY7" fmla="*/ 3005204 h 3173530"/>
              <a:gd name="connsiteX8" fmla="*/ 104996 w 3202939"/>
              <a:gd name="connsiteY8" fmla="*/ 2365124 h 3173530"/>
              <a:gd name="connsiteX9" fmla="*/ 44036 w 3202939"/>
              <a:gd name="connsiteY9" fmla="*/ 1252604 h 3173530"/>
              <a:gd name="connsiteX10" fmla="*/ 607916 w 3202939"/>
              <a:gd name="connsiteY10" fmla="*/ 422024 h 3173530"/>
              <a:gd name="connsiteX11" fmla="*/ 1461356 w 3202939"/>
              <a:gd name="connsiteY11" fmla="*/ 10544 h 3173530"/>
              <a:gd name="connsiteX0" fmla="*/ 1461356 w 3202939"/>
              <a:gd name="connsiteY0" fmla="*/ 10544 h 3178638"/>
              <a:gd name="connsiteX1" fmla="*/ 2055716 w 3202939"/>
              <a:gd name="connsiteY1" fmla="*/ 124844 h 3178638"/>
              <a:gd name="connsiteX2" fmla="*/ 2200496 w 3202939"/>
              <a:gd name="connsiteY2" fmla="*/ 155324 h 3178638"/>
              <a:gd name="connsiteX3" fmla="*/ 2817716 w 3202939"/>
              <a:gd name="connsiteY3" fmla="*/ 322964 h 3178638"/>
              <a:gd name="connsiteX4" fmla="*/ 3107276 w 3202939"/>
              <a:gd name="connsiteY4" fmla="*/ 1405004 h 3178638"/>
              <a:gd name="connsiteX5" fmla="*/ 2505296 w 3202939"/>
              <a:gd name="connsiteY5" fmla="*/ 1854584 h 3178638"/>
              <a:gd name="connsiteX6" fmla="*/ 1232756 w 3202939"/>
              <a:gd name="connsiteY6" fmla="*/ 3081404 h 3178638"/>
              <a:gd name="connsiteX7" fmla="*/ 646016 w 3202939"/>
              <a:gd name="connsiteY7" fmla="*/ 3005204 h 3178638"/>
              <a:gd name="connsiteX8" fmla="*/ 104996 w 3202939"/>
              <a:gd name="connsiteY8" fmla="*/ 2365124 h 3178638"/>
              <a:gd name="connsiteX9" fmla="*/ 44036 w 3202939"/>
              <a:gd name="connsiteY9" fmla="*/ 1252604 h 3178638"/>
              <a:gd name="connsiteX10" fmla="*/ 607916 w 3202939"/>
              <a:gd name="connsiteY10" fmla="*/ 422024 h 3178638"/>
              <a:gd name="connsiteX11" fmla="*/ 1461356 w 3202939"/>
              <a:gd name="connsiteY11" fmla="*/ 10544 h 3178638"/>
              <a:gd name="connsiteX0" fmla="*/ 1461356 w 3202939"/>
              <a:gd name="connsiteY0" fmla="*/ 10544 h 3091066"/>
              <a:gd name="connsiteX1" fmla="*/ 2055716 w 3202939"/>
              <a:gd name="connsiteY1" fmla="*/ 124844 h 3091066"/>
              <a:gd name="connsiteX2" fmla="*/ 2200496 w 3202939"/>
              <a:gd name="connsiteY2" fmla="*/ 155324 h 3091066"/>
              <a:gd name="connsiteX3" fmla="*/ 2817716 w 3202939"/>
              <a:gd name="connsiteY3" fmla="*/ 322964 h 3091066"/>
              <a:gd name="connsiteX4" fmla="*/ 3107276 w 3202939"/>
              <a:gd name="connsiteY4" fmla="*/ 1405004 h 3091066"/>
              <a:gd name="connsiteX5" fmla="*/ 2505296 w 3202939"/>
              <a:gd name="connsiteY5" fmla="*/ 1854584 h 3091066"/>
              <a:gd name="connsiteX6" fmla="*/ 1232756 w 3202939"/>
              <a:gd name="connsiteY6" fmla="*/ 3081404 h 3091066"/>
              <a:gd name="connsiteX7" fmla="*/ 104996 w 3202939"/>
              <a:gd name="connsiteY7" fmla="*/ 2365124 h 3091066"/>
              <a:gd name="connsiteX8" fmla="*/ 44036 w 3202939"/>
              <a:gd name="connsiteY8" fmla="*/ 1252604 h 3091066"/>
              <a:gd name="connsiteX9" fmla="*/ 607916 w 3202939"/>
              <a:gd name="connsiteY9" fmla="*/ 422024 h 3091066"/>
              <a:gd name="connsiteX10" fmla="*/ 1461356 w 3202939"/>
              <a:gd name="connsiteY10" fmla="*/ 10544 h 3091066"/>
              <a:gd name="connsiteX0" fmla="*/ 1461356 w 3202939"/>
              <a:gd name="connsiteY0" fmla="*/ 10544 h 3082640"/>
              <a:gd name="connsiteX1" fmla="*/ 2055716 w 3202939"/>
              <a:gd name="connsiteY1" fmla="*/ 124844 h 3082640"/>
              <a:gd name="connsiteX2" fmla="*/ 2200496 w 3202939"/>
              <a:gd name="connsiteY2" fmla="*/ 155324 h 3082640"/>
              <a:gd name="connsiteX3" fmla="*/ 2817716 w 3202939"/>
              <a:gd name="connsiteY3" fmla="*/ 322964 h 3082640"/>
              <a:gd name="connsiteX4" fmla="*/ 3107276 w 3202939"/>
              <a:gd name="connsiteY4" fmla="*/ 1405004 h 3082640"/>
              <a:gd name="connsiteX5" fmla="*/ 2505296 w 3202939"/>
              <a:gd name="connsiteY5" fmla="*/ 1854584 h 3082640"/>
              <a:gd name="connsiteX6" fmla="*/ 1232756 w 3202939"/>
              <a:gd name="connsiteY6" fmla="*/ 3081404 h 3082640"/>
              <a:gd name="connsiteX7" fmla="*/ 104996 w 3202939"/>
              <a:gd name="connsiteY7" fmla="*/ 2365124 h 3082640"/>
              <a:gd name="connsiteX8" fmla="*/ 44036 w 3202939"/>
              <a:gd name="connsiteY8" fmla="*/ 1252604 h 3082640"/>
              <a:gd name="connsiteX9" fmla="*/ 607916 w 3202939"/>
              <a:gd name="connsiteY9" fmla="*/ 422024 h 3082640"/>
              <a:gd name="connsiteX10" fmla="*/ 1461356 w 3202939"/>
              <a:gd name="connsiteY10" fmla="*/ 10544 h 308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202939" h="3082640">
                <a:moveTo>
                  <a:pt x="1461356" y="10544"/>
                </a:moveTo>
                <a:cubicBezTo>
                  <a:pt x="1702656" y="-38986"/>
                  <a:pt x="1932526" y="100714"/>
                  <a:pt x="2055716" y="124844"/>
                </a:cubicBezTo>
                <a:cubicBezTo>
                  <a:pt x="2055716" y="124844"/>
                  <a:pt x="2073496" y="122304"/>
                  <a:pt x="2200496" y="155324"/>
                </a:cubicBezTo>
                <a:cubicBezTo>
                  <a:pt x="2200496" y="155324"/>
                  <a:pt x="2610399" y="170516"/>
                  <a:pt x="2817716" y="322964"/>
                </a:cubicBezTo>
                <a:cubicBezTo>
                  <a:pt x="3406100" y="755625"/>
                  <a:pt x="3159346" y="1149734"/>
                  <a:pt x="3107276" y="1405004"/>
                </a:cubicBezTo>
                <a:cubicBezTo>
                  <a:pt x="3055206" y="1660274"/>
                  <a:pt x="2817716" y="1575184"/>
                  <a:pt x="2505296" y="1854584"/>
                </a:cubicBezTo>
                <a:cubicBezTo>
                  <a:pt x="2192876" y="2133984"/>
                  <a:pt x="1983759" y="3053847"/>
                  <a:pt x="1232756" y="3081404"/>
                </a:cubicBezTo>
                <a:cubicBezTo>
                  <a:pt x="481753" y="3108961"/>
                  <a:pt x="303116" y="2669924"/>
                  <a:pt x="104996" y="2365124"/>
                </a:cubicBezTo>
                <a:cubicBezTo>
                  <a:pt x="4666" y="2073024"/>
                  <a:pt x="-39784" y="1576454"/>
                  <a:pt x="44036" y="1252604"/>
                </a:cubicBezTo>
                <a:cubicBezTo>
                  <a:pt x="127856" y="928754"/>
                  <a:pt x="369156" y="623954"/>
                  <a:pt x="607916" y="422024"/>
                </a:cubicBezTo>
                <a:cubicBezTo>
                  <a:pt x="846676" y="220094"/>
                  <a:pt x="1220056" y="60074"/>
                  <a:pt x="1461356" y="1054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591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CAB28F8D-ED3F-497F-86C0-79DFC33935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16362" y="1460672"/>
            <a:ext cx="4096621" cy="3936658"/>
          </a:xfrm>
          <a:custGeom>
            <a:avLst/>
            <a:gdLst>
              <a:gd name="connsiteX0" fmla="*/ 3169356 w 6544459"/>
              <a:gd name="connsiteY0" fmla="*/ 503 h 6298653"/>
              <a:gd name="connsiteX1" fmla="*/ 4200377 w 6544459"/>
              <a:gd name="connsiteY1" fmla="*/ 255092 h 6298653"/>
              <a:gd name="connsiteX2" fmla="*/ 4496201 w 6544459"/>
              <a:gd name="connsiteY2" fmla="*/ 317370 h 6298653"/>
              <a:gd name="connsiteX3" fmla="*/ 5757345 w 6544459"/>
              <a:gd name="connsiteY3" fmla="*/ 659903 h 6298653"/>
              <a:gd name="connsiteX4" fmla="*/ 6348993 w 6544459"/>
              <a:gd name="connsiteY4" fmla="*/ 2870797 h 6298653"/>
              <a:gd name="connsiteX5" fmla="*/ 5118988 w 6544459"/>
              <a:gd name="connsiteY5" fmla="*/ 3789408 h 6298653"/>
              <a:gd name="connsiteX6" fmla="*/ 2518850 w 6544459"/>
              <a:gd name="connsiteY6" fmla="*/ 6296127 h 6298653"/>
              <a:gd name="connsiteX7" fmla="*/ 214537 w 6544459"/>
              <a:gd name="connsiteY7" fmla="*/ 4832577 h 6298653"/>
              <a:gd name="connsiteX8" fmla="*/ 89980 w 6544459"/>
              <a:gd name="connsiteY8" fmla="*/ 2559404 h 6298653"/>
              <a:gd name="connsiteX9" fmla="*/ 1242136 w 6544459"/>
              <a:gd name="connsiteY9" fmla="*/ 862309 h 6298653"/>
              <a:gd name="connsiteX10" fmla="*/ 2985941 w 6544459"/>
              <a:gd name="connsiteY10" fmla="*/ 21546 h 6298653"/>
              <a:gd name="connsiteX11" fmla="*/ 3169356 w 6544459"/>
              <a:gd name="connsiteY11" fmla="*/ 503 h 6298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44459" h="6298653">
                <a:moveTo>
                  <a:pt x="3169356" y="503"/>
                </a:moveTo>
                <a:cubicBezTo>
                  <a:pt x="3592997" y="-11985"/>
                  <a:pt x="3980131" y="211951"/>
                  <a:pt x="4200377" y="255092"/>
                </a:cubicBezTo>
                <a:cubicBezTo>
                  <a:pt x="4200377" y="255092"/>
                  <a:pt x="4236706" y="249902"/>
                  <a:pt x="4496201" y="317370"/>
                </a:cubicBezTo>
                <a:cubicBezTo>
                  <a:pt x="4496201" y="317370"/>
                  <a:pt x="5333741" y="348412"/>
                  <a:pt x="5757345" y="659903"/>
                </a:cubicBezTo>
                <a:cubicBezTo>
                  <a:pt x="6959570" y="1543944"/>
                  <a:pt x="6455386" y="2349213"/>
                  <a:pt x="6348993" y="2870797"/>
                </a:cubicBezTo>
                <a:cubicBezTo>
                  <a:pt x="6242600" y="3392382"/>
                  <a:pt x="5757345" y="3218520"/>
                  <a:pt x="5118988" y="3789408"/>
                </a:cubicBezTo>
                <a:cubicBezTo>
                  <a:pt x="4480631" y="4360297"/>
                  <a:pt x="4053349" y="6239821"/>
                  <a:pt x="2518850" y="6296127"/>
                </a:cubicBezTo>
                <a:cubicBezTo>
                  <a:pt x="984352" y="6352433"/>
                  <a:pt x="619349" y="5455364"/>
                  <a:pt x="214537" y="4832577"/>
                </a:cubicBezTo>
                <a:cubicBezTo>
                  <a:pt x="9536" y="4235739"/>
                  <a:pt x="-81287" y="3221115"/>
                  <a:pt x="89980" y="2559404"/>
                </a:cubicBezTo>
                <a:cubicBezTo>
                  <a:pt x="261246" y="1897693"/>
                  <a:pt x="754286" y="1274906"/>
                  <a:pt x="1242136" y="862309"/>
                </a:cubicBezTo>
                <a:cubicBezTo>
                  <a:pt x="1729987" y="449712"/>
                  <a:pt x="2492901" y="122749"/>
                  <a:pt x="2985941" y="21546"/>
                </a:cubicBezTo>
                <a:cubicBezTo>
                  <a:pt x="3047571" y="8896"/>
                  <a:pt x="3108837" y="2287"/>
                  <a:pt x="3169356" y="50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1143000" dir="2700000" sx="84000" sy="84000" algn="tl" rotWithShape="0">
              <a:schemeClr val="tx1">
                <a:lumMod val="95000"/>
                <a:lumOff val="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708809F-1568-B58D-22D5-2499412CA0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33944" y="5732682"/>
            <a:ext cx="742041" cy="83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912339"/>
      </p:ext>
    </p:extLst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DFA4E3F-9D1B-47B7-BB62-308CCEC16091}"/>
              </a:ext>
            </a:extLst>
          </p:cNvPr>
          <p:cNvGrpSpPr/>
          <p:nvPr userDrawn="1"/>
        </p:nvGrpSpPr>
        <p:grpSpPr>
          <a:xfrm>
            <a:off x="11624659" y="2943383"/>
            <a:ext cx="198146" cy="971236"/>
            <a:chOff x="15428633" y="4561123"/>
            <a:chExt cx="388619" cy="1907805"/>
          </a:xfrm>
        </p:grpSpPr>
        <p:sp>
          <p:nvSpPr>
            <p:cNvPr id="3" name="Freeform 85">
              <a:extLst>
                <a:ext uri="{FF2B5EF4-FFF2-40B4-BE49-F238E27FC236}">
                  <a16:creationId xmlns:a16="http://schemas.microsoft.com/office/drawing/2014/main" id="{2D409770-B21F-40DA-9125-896D421AAD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448546" y="5390938"/>
              <a:ext cx="348793" cy="280359"/>
            </a:xfrm>
            <a:custGeom>
              <a:avLst/>
              <a:gdLst>
                <a:gd name="T0" fmla="*/ 250282 w 462"/>
                <a:gd name="T1" fmla="*/ 24258 h 374"/>
                <a:gd name="T2" fmla="*/ 250282 w 462"/>
                <a:gd name="T3" fmla="*/ 24258 h 374"/>
                <a:gd name="T4" fmla="*/ 221508 w 462"/>
                <a:gd name="T5" fmla="*/ 33962 h 374"/>
                <a:gd name="T6" fmla="*/ 240510 w 462"/>
                <a:gd name="T7" fmla="*/ 5391 h 374"/>
                <a:gd name="T8" fmla="*/ 211192 w 462"/>
                <a:gd name="T9" fmla="*/ 19407 h 374"/>
                <a:gd name="T10" fmla="*/ 173189 w 462"/>
                <a:gd name="T11" fmla="*/ 0 h 374"/>
                <a:gd name="T12" fmla="*/ 119983 w 462"/>
                <a:gd name="T13" fmla="*/ 52829 h 374"/>
                <a:gd name="T14" fmla="*/ 124870 w 462"/>
                <a:gd name="T15" fmla="*/ 62532 h 374"/>
                <a:gd name="T16" fmla="*/ 19002 w 462"/>
                <a:gd name="T17" fmla="*/ 10242 h 374"/>
                <a:gd name="T18" fmla="*/ 9229 w 462"/>
                <a:gd name="T19" fmla="*/ 38813 h 374"/>
                <a:gd name="T20" fmla="*/ 33118 w 462"/>
                <a:gd name="T21" fmla="*/ 81400 h 374"/>
                <a:gd name="T22" fmla="*/ 9229 w 462"/>
                <a:gd name="T23" fmla="*/ 72236 h 374"/>
                <a:gd name="T24" fmla="*/ 9229 w 462"/>
                <a:gd name="T25" fmla="*/ 72236 h 374"/>
                <a:gd name="T26" fmla="*/ 53205 w 462"/>
                <a:gd name="T27" fmla="*/ 124526 h 374"/>
                <a:gd name="T28" fmla="*/ 38004 w 462"/>
                <a:gd name="T29" fmla="*/ 124526 h 374"/>
                <a:gd name="T30" fmla="*/ 28774 w 462"/>
                <a:gd name="T31" fmla="*/ 124526 h 374"/>
                <a:gd name="T32" fmla="*/ 77093 w 462"/>
                <a:gd name="T33" fmla="*/ 158487 h 374"/>
                <a:gd name="T34" fmla="*/ 14116 w 462"/>
                <a:gd name="T35" fmla="*/ 182206 h 374"/>
                <a:gd name="T36" fmla="*/ 0 w 462"/>
                <a:gd name="T37" fmla="*/ 182206 h 374"/>
                <a:gd name="T38" fmla="*/ 77093 w 462"/>
                <a:gd name="T39" fmla="*/ 201074 h 374"/>
                <a:gd name="T40" fmla="*/ 221508 w 462"/>
                <a:gd name="T41" fmla="*/ 57681 h 374"/>
                <a:gd name="T42" fmla="*/ 221508 w 462"/>
                <a:gd name="T43" fmla="*/ 52829 h 374"/>
                <a:gd name="T44" fmla="*/ 250282 w 462"/>
                <a:gd name="T45" fmla="*/ 24258 h 37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62" h="374">
                  <a:moveTo>
                    <a:pt x="461" y="45"/>
                  </a:moveTo>
                  <a:lnTo>
                    <a:pt x="461" y="45"/>
                  </a:lnTo>
                  <a:cubicBezTo>
                    <a:pt x="443" y="54"/>
                    <a:pt x="425" y="63"/>
                    <a:pt x="408" y="63"/>
                  </a:cubicBezTo>
                  <a:cubicBezTo>
                    <a:pt x="425" y="54"/>
                    <a:pt x="443" y="36"/>
                    <a:pt x="443" y="10"/>
                  </a:cubicBezTo>
                  <a:cubicBezTo>
                    <a:pt x="425" y="19"/>
                    <a:pt x="408" y="27"/>
                    <a:pt x="389" y="36"/>
                  </a:cubicBezTo>
                  <a:cubicBezTo>
                    <a:pt x="372" y="19"/>
                    <a:pt x="345" y="0"/>
                    <a:pt x="319" y="0"/>
                  </a:cubicBezTo>
                  <a:cubicBezTo>
                    <a:pt x="265" y="0"/>
                    <a:pt x="221" y="45"/>
                    <a:pt x="221" y="98"/>
                  </a:cubicBezTo>
                  <a:cubicBezTo>
                    <a:pt x="221" y="107"/>
                    <a:pt x="221" y="116"/>
                    <a:pt x="230" y="116"/>
                  </a:cubicBezTo>
                  <a:cubicBezTo>
                    <a:pt x="151" y="116"/>
                    <a:pt x="79" y="81"/>
                    <a:pt x="35" y="19"/>
                  </a:cubicBezTo>
                  <a:cubicBezTo>
                    <a:pt x="26" y="36"/>
                    <a:pt x="17" y="54"/>
                    <a:pt x="17" y="72"/>
                  </a:cubicBezTo>
                  <a:cubicBezTo>
                    <a:pt x="17" y="98"/>
                    <a:pt x="35" y="134"/>
                    <a:pt x="61" y="151"/>
                  </a:cubicBezTo>
                  <a:cubicBezTo>
                    <a:pt x="44" y="143"/>
                    <a:pt x="35" y="143"/>
                    <a:pt x="17" y="134"/>
                  </a:cubicBezTo>
                  <a:cubicBezTo>
                    <a:pt x="17" y="178"/>
                    <a:pt x="53" y="222"/>
                    <a:pt x="98" y="231"/>
                  </a:cubicBezTo>
                  <a:cubicBezTo>
                    <a:pt x="89" y="231"/>
                    <a:pt x="79" y="231"/>
                    <a:pt x="70" y="231"/>
                  </a:cubicBezTo>
                  <a:cubicBezTo>
                    <a:pt x="61" y="231"/>
                    <a:pt x="61" y="231"/>
                    <a:pt x="53" y="231"/>
                  </a:cubicBezTo>
                  <a:cubicBezTo>
                    <a:pt x="61" y="266"/>
                    <a:pt x="98" y="294"/>
                    <a:pt x="142" y="294"/>
                  </a:cubicBezTo>
                  <a:cubicBezTo>
                    <a:pt x="106" y="319"/>
                    <a:pt x="70" y="338"/>
                    <a:pt x="26" y="338"/>
                  </a:cubicBezTo>
                  <a:cubicBezTo>
                    <a:pt x="17" y="338"/>
                    <a:pt x="8" y="338"/>
                    <a:pt x="0" y="338"/>
                  </a:cubicBezTo>
                  <a:cubicBezTo>
                    <a:pt x="44" y="364"/>
                    <a:pt x="89" y="373"/>
                    <a:pt x="142" y="373"/>
                  </a:cubicBezTo>
                  <a:cubicBezTo>
                    <a:pt x="319" y="373"/>
                    <a:pt x="408" y="231"/>
                    <a:pt x="408" y="107"/>
                  </a:cubicBezTo>
                  <a:lnTo>
                    <a:pt x="408" y="98"/>
                  </a:lnTo>
                  <a:cubicBezTo>
                    <a:pt x="434" y="81"/>
                    <a:pt x="443" y="72"/>
                    <a:pt x="461" y="45"/>
                  </a:cubicBezTo>
                </a:path>
              </a:pathLst>
            </a:custGeom>
            <a:solidFill>
              <a:schemeClr val="bg1">
                <a:alpha val="25000"/>
              </a:schemeClr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 sz="591">
                <a:solidFill>
                  <a:schemeClr val="bg1">
                    <a:alpha val="70000"/>
                  </a:schemeClr>
                </a:solidFill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585AC31-AAB7-4EB6-BFF1-F6A69C584F37}"/>
                </a:ext>
              </a:extLst>
            </p:cNvPr>
            <p:cNvGrpSpPr/>
            <p:nvPr userDrawn="1"/>
          </p:nvGrpSpPr>
          <p:grpSpPr>
            <a:xfrm>
              <a:off x="15428633" y="6172173"/>
              <a:ext cx="388619" cy="296755"/>
              <a:chOff x="10541000" y="3240088"/>
              <a:chExt cx="1282701" cy="979487"/>
            </a:xfrm>
            <a:solidFill>
              <a:schemeClr val="bg1">
                <a:alpha val="25000"/>
              </a:schemeClr>
            </a:solidFill>
          </p:grpSpPr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D761A2A0-94AF-49CF-AD26-3AEACDD2C14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10541000" y="3240088"/>
                <a:ext cx="984250" cy="979487"/>
              </a:xfrm>
              <a:custGeom>
                <a:avLst/>
                <a:gdLst>
                  <a:gd name="T0" fmla="*/ 2709 w 2709"/>
                  <a:gd name="T1" fmla="*/ 1204 h 2709"/>
                  <a:gd name="T2" fmla="*/ 1445 w 2709"/>
                  <a:gd name="T3" fmla="*/ 1204 h 2709"/>
                  <a:gd name="T4" fmla="*/ 1445 w 2709"/>
                  <a:gd name="T5" fmla="*/ 1626 h 2709"/>
                  <a:gd name="T6" fmla="*/ 2216 w 2709"/>
                  <a:gd name="T7" fmla="*/ 1626 h 2709"/>
                  <a:gd name="T8" fmla="*/ 1355 w 2709"/>
                  <a:gd name="T9" fmla="*/ 2258 h 2709"/>
                  <a:gd name="T10" fmla="*/ 452 w 2709"/>
                  <a:gd name="T11" fmla="*/ 1355 h 2709"/>
                  <a:gd name="T12" fmla="*/ 1355 w 2709"/>
                  <a:gd name="T13" fmla="*/ 452 h 2709"/>
                  <a:gd name="T14" fmla="*/ 1997 w 2709"/>
                  <a:gd name="T15" fmla="*/ 720 h 2709"/>
                  <a:gd name="T16" fmla="*/ 2303 w 2709"/>
                  <a:gd name="T17" fmla="*/ 387 h 2709"/>
                  <a:gd name="T18" fmla="*/ 1355 w 2709"/>
                  <a:gd name="T19" fmla="*/ 0 h 2709"/>
                  <a:gd name="T20" fmla="*/ 0 w 2709"/>
                  <a:gd name="T21" fmla="*/ 1355 h 2709"/>
                  <a:gd name="T22" fmla="*/ 1355 w 2709"/>
                  <a:gd name="T23" fmla="*/ 2709 h 2709"/>
                  <a:gd name="T24" fmla="*/ 2709 w 2709"/>
                  <a:gd name="T25" fmla="*/ 1626 h 2709"/>
                  <a:gd name="T26" fmla="*/ 2709 w 2709"/>
                  <a:gd name="T27" fmla="*/ 1204 h 2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709" h="2709">
                    <a:moveTo>
                      <a:pt x="2709" y="1204"/>
                    </a:moveTo>
                    <a:lnTo>
                      <a:pt x="1445" y="1204"/>
                    </a:lnTo>
                    <a:lnTo>
                      <a:pt x="1445" y="1626"/>
                    </a:lnTo>
                    <a:lnTo>
                      <a:pt x="2216" y="1626"/>
                    </a:lnTo>
                    <a:cubicBezTo>
                      <a:pt x="2101" y="1992"/>
                      <a:pt x="1759" y="2258"/>
                      <a:pt x="1355" y="2258"/>
                    </a:cubicBezTo>
                    <a:cubicBezTo>
                      <a:pt x="856" y="2258"/>
                      <a:pt x="452" y="1854"/>
                      <a:pt x="452" y="1355"/>
                    </a:cubicBezTo>
                    <a:cubicBezTo>
                      <a:pt x="452" y="856"/>
                      <a:pt x="856" y="452"/>
                      <a:pt x="1355" y="452"/>
                    </a:cubicBezTo>
                    <a:cubicBezTo>
                      <a:pt x="1606" y="452"/>
                      <a:pt x="1833" y="554"/>
                      <a:pt x="1997" y="720"/>
                    </a:cubicBezTo>
                    <a:lnTo>
                      <a:pt x="2303" y="387"/>
                    </a:lnTo>
                    <a:cubicBezTo>
                      <a:pt x="2058" y="148"/>
                      <a:pt x="1724" y="0"/>
                      <a:pt x="1355" y="0"/>
                    </a:cubicBezTo>
                    <a:cubicBezTo>
                      <a:pt x="607" y="0"/>
                      <a:pt x="0" y="607"/>
                      <a:pt x="0" y="1355"/>
                    </a:cubicBezTo>
                    <a:cubicBezTo>
                      <a:pt x="0" y="2103"/>
                      <a:pt x="607" y="2709"/>
                      <a:pt x="1355" y="2709"/>
                    </a:cubicBezTo>
                    <a:cubicBezTo>
                      <a:pt x="2010" y="2709"/>
                      <a:pt x="2584" y="2244"/>
                      <a:pt x="2709" y="1626"/>
                    </a:cubicBezTo>
                    <a:lnTo>
                      <a:pt x="2709" y="12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591"/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66391F65-7FFA-45B7-B4E7-85C646E4137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11555413" y="3581400"/>
                <a:ext cx="268288" cy="268287"/>
              </a:xfrm>
              <a:custGeom>
                <a:avLst/>
                <a:gdLst>
                  <a:gd name="T0" fmla="*/ 739 w 739"/>
                  <a:gd name="T1" fmla="*/ 258 h 739"/>
                  <a:gd name="T2" fmla="*/ 480 w 739"/>
                  <a:gd name="T3" fmla="*/ 258 h 739"/>
                  <a:gd name="T4" fmla="*/ 480 w 739"/>
                  <a:gd name="T5" fmla="*/ 0 h 739"/>
                  <a:gd name="T6" fmla="*/ 258 w 739"/>
                  <a:gd name="T7" fmla="*/ 0 h 739"/>
                  <a:gd name="T8" fmla="*/ 258 w 739"/>
                  <a:gd name="T9" fmla="*/ 258 h 739"/>
                  <a:gd name="T10" fmla="*/ 0 w 739"/>
                  <a:gd name="T11" fmla="*/ 258 h 739"/>
                  <a:gd name="T12" fmla="*/ 0 w 739"/>
                  <a:gd name="T13" fmla="*/ 480 h 739"/>
                  <a:gd name="T14" fmla="*/ 258 w 739"/>
                  <a:gd name="T15" fmla="*/ 480 h 739"/>
                  <a:gd name="T16" fmla="*/ 258 w 739"/>
                  <a:gd name="T17" fmla="*/ 739 h 739"/>
                  <a:gd name="T18" fmla="*/ 480 w 739"/>
                  <a:gd name="T19" fmla="*/ 739 h 739"/>
                  <a:gd name="T20" fmla="*/ 480 w 739"/>
                  <a:gd name="T21" fmla="*/ 480 h 739"/>
                  <a:gd name="T22" fmla="*/ 739 w 739"/>
                  <a:gd name="T23" fmla="*/ 480 h 739"/>
                  <a:gd name="T24" fmla="*/ 739 w 739"/>
                  <a:gd name="T25" fmla="*/ 258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39" h="739">
                    <a:moveTo>
                      <a:pt x="739" y="258"/>
                    </a:moveTo>
                    <a:lnTo>
                      <a:pt x="480" y="258"/>
                    </a:lnTo>
                    <a:lnTo>
                      <a:pt x="480" y="0"/>
                    </a:lnTo>
                    <a:lnTo>
                      <a:pt x="258" y="0"/>
                    </a:lnTo>
                    <a:lnTo>
                      <a:pt x="258" y="258"/>
                    </a:lnTo>
                    <a:lnTo>
                      <a:pt x="0" y="258"/>
                    </a:lnTo>
                    <a:lnTo>
                      <a:pt x="0" y="480"/>
                    </a:lnTo>
                    <a:lnTo>
                      <a:pt x="258" y="480"/>
                    </a:lnTo>
                    <a:lnTo>
                      <a:pt x="258" y="739"/>
                    </a:lnTo>
                    <a:lnTo>
                      <a:pt x="480" y="739"/>
                    </a:lnTo>
                    <a:lnTo>
                      <a:pt x="480" y="480"/>
                    </a:lnTo>
                    <a:lnTo>
                      <a:pt x="739" y="480"/>
                    </a:lnTo>
                    <a:lnTo>
                      <a:pt x="739" y="2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591"/>
              </a:p>
            </p:txBody>
          </p:sp>
        </p:grpSp>
        <p:sp>
          <p:nvSpPr>
            <p:cNvPr id="5" name="Freeform 75">
              <a:extLst>
                <a:ext uri="{FF2B5EF4-FFF2-40B4-BE49-F238E27FC236}">
                  <a16:creationId xmlns:a16="http://schemas.microsoft.com/office/drawing/2014/main" id="{AFD0E213-1618-4481-8C6F-1EDC9CEC7F5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534382" y="4561123"/>
              <a:ext cx="177121" cy="328939"/>
            </a:xfrm>
            <a:custGeom>
              <a:avLst/>
              <a:gdLst>
                <a:gd name="T0" fmla="*/ 132814 w 249"/>
                <a:gd name="T1" fmla="*/ 43735 h 453"/>
                <a:gd name="T2" fmla="*/ 132814 w 249"/>
                <a:gd name="T3" fmla="*/ 43735 h 453"/>
                <a:gd name="T4" fmla="*/ 94791 w 249"/>
                <a:gd name="T5" fmla="*/ 43735 h 453"/>
                <a:gd name="T6" fmla="*/ 85687 w 249"/>
                <a:gd name="T7" fmla="*/ 58496 h 453"/>
                <a:gd name="T8" fmla="*/ 85687 w 249"/>
                <a:gd name="T9" fmla="*/ 87470 h 453"/>
                <a:gd name="T10" fmla="*/ 132814 w 249"/>
                <a:gd name="T11" fmla="*/ 87470 h 453"/>
                <a:gd name="T12" fmla="*/ 132814 w 249"/>
                <a:gd name="T13" fmla="*/ 126285 h 453"/>
                <a:gd name="T14" fmla="*/ 85687 w 249"/>
                <a:gd name="T15" fmla="*/ 126285 h 453"/>
                <a:gd name="T16" fmla="*/ 85687 w 249"/>
                <a:gd name="T17" fmla="*/ 247103 h 453"/>
                <a:gd name="T18" fmla="*/ 42308 w 249"/>
                <a:gd name="T19" fmla="*/ 247103 h 453"/>
                <a:gd name="T20" fmla="*/ 42308 w 249"/>
                <a:gd name="T21" fmla="*/ 126285 h 453"/>
                <a:gd name="T22" fmla="*/ 0 w 249"/>
                <a:gd name="T23" fmla="*/ 126285 h 453"/>
                <a:gd name="T24" fmla="*/ 0 w 249"/>
                <a:gd name="T25" fmla="*/ 87470 h 453"/>
                <a:gd name="T26" fmla="*/ 42308 w 249"/>
                <a:gd name="T27" fmla="*/ 87470 h 453"/>
                <a:gd name="T28" fmla="*/ 42308 w 249"/>
                <a:gd name="T29" fmla="*/ 63416 h 453"/>
                <a:gd name="T30" fmla="*/ 94791 w 249"/>
                <a:gd name="T31" fmla="*/ 0 h 453"/>
                <a:gd name="T32" fmla="*/ 132814 w 249"/>
                <a:gd name="T33" fmla="*/ 0 h 453"/>
                <a:gd name="T34" fmla="*/ 132814 w 249"/>
                <a:gd name="T35" fmla="*/ 43735 h 45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49" h="453">
                  <a:moveTo>
                    <a:pt x="248" y="80"/>
                  </a:moveTo>
                  <a:lnTo>
                    <a:pt x="248" y="80"/>
                  </a:lnTo>
                  <a:cubicBezTo>
                    <a:pt x="177" y="80"/>
                    <a:pt x="177" y="80"/>
                    <a:pt x="177" y="80"/>
                  </a:cubicBezTo>
                  <a:cubicBezTo>
                    <a:pt x="169" y="80"/>
                    <a:pt x="160" y="89"/>
                    <a:pt x="160" y="107"/>
                  </a:cubicBezTo>
                  <a:cubicBezTo>
                    <a:pt x="160" y="160"/>
                    <a:pt x="160" y="160"/>
                    <a:pt x="160" y="160"/>
                  </a:cubicBezTo>
                  <a:cubicBezTo>
                    <a:pt x="248" y="160"/>
                    <a:pt x="248" y="160"/>
                    <a:pt x="248" y="160"/>
                  </a:cubicBezTo>
                  <a:cubicBezTo>
                    <a:pt x="248" y="231"/>
                    <a:pt x="248" y="231"/>
                    <a:pt x="248" y="231"/>
                  </a:cubicBezTo>
                  <a:cubicBezTo>
                    <a:pt x="160" y="231"/>
                    <a:pt x="160" y="231"/>
                    <a:pt x="160" y="231"/>
                  </a:cubicBezTo>
                  <a:cubicBezTo>
                    <a:pt x="160" y="452"/>
                    <a:pt x="160" y="452"/>
                    <a:pt x="160" y="452"/>
                  </a:cubicBezTo>
                  <a:cubicBezTo>
                    <a:pt x="79" y="452"/>
                    <a:pt x="79" y="452"/>
                    <a:pt x="79" y="452"/>
                  </a:cubicBezTo>
                  <a:cubicBezTo>
                    <a:pt x="79" y="231"/>
                    <a:pt x="79" y="231"/>
                    <a:pt x="79" y="231"/>
                  </a:cubicBezTo>
                  <a:cubicBezTo>
                    <a:pt x="0" y="231"/>
                    <a:pt x="0" y="231"/>
                    <a:pt x="0" y="231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79" y="116"/>
                    <a:pt x="79" y="116"/>
                    <a:pt x="79" y="116"/>
                  </a:cubicBezTo>
                  <a:cubicBezTo>
                    <a:pt x="79" y="54"/>
                    <a:pt x="115" y="0"/>
                    <a:pt x="177" y="0"/>
                  </a:cubicBezTo>
                  <a:cubicBezTo>
                    <a:pt x="248" y="0"/>
                    <a:pt x="248" y="0"/>
                    <a:pt x="248" y="0"/>
                  </a:cubicBezTo>
                  <a:lnTo>
                    <a:pt x="248" y="80"/>
                  </a:lnTo>
                </a:path>
              </a:pathLst>
            </a:custGeom>
            <a:solidFill>
              <a:schemeClr val="bg1">
                <a:alpha val="25000"/>
              </a:schemeClr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 sz="591"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3F05494-52B7-418A-AFF3-D82E8817DA99}"/>
              </a:ext>
            </a:extLst>
          </p:cNvPr>
          <p:cNvSpPr txBox="1"/>
          <p:nvPr userDrawn="1"/>
        </p:nvSpPr>
        <p:spPr>
          <a:xfrm rot="10800000" flipV="1">
            <a:off x="11249310" y="6203547"/>
            <a:ext cx="948850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1750" b="0" i="0" smtClean="0">
                <a:solidFill>
                  <a:schemeClr val="bg1"/>
                </a:solidFill>
                <a:latin typeface="Nexa Light" panose="02000000000000000000" pitchFamily="50" charset="0"/>
                <a:ea typeface="Roboto Condensed" panose="02000000000000000000" pitchFamily="2" charset="0"/>
                <a:cs typeface="Segoe UI" panose="020B0502040204020203" pitchFamily="34" charset="0"/>
              </a:rPr>
              <a:pPr algn="ctr"/>
              <a:t>‹Nº›</a:t>
            </a:fld>
            <a:endParaRPr lang="id-ID" sz="5500" b="0" i="0">
              <a:solidFill>
                <a:schemeClr val="bg1"/>
              </a:solidFill>
              <a:latin typeface="Nexa Light" panose="02000000000000000000" pitchFamily="50" charset="0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163A50-5F6B-45FB-B195-4C151329B26E}"/>
              </a:ext>
            </a:extLst>
          </p:cNvPr>
          <p:cNvSpPr txBox="1"/>
          <p:nvPr userDrawn="1"/>
        </p:nvSpPr>
        <p:spPr>
          <a:xfrm rot="16200000" flipH="1">
            <a:off x="-745269" y="3315509"/>
            <a:ext cx="2227243" cy="22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875" strike="noStrike" spc="375">
                <a:solidFill>
                  <a:schemeClr val="bg1">
                    <a:alpha val="45000"/>
                  </a:schemeClr>
                </a:solidFill>
                <a:latin typeface="Nexa Light" panose="02000000000000000000" pitchFamily="50" charset="0"/>
                <a:ea typeface="Roboto Condensed" panose="02000000000000000000" pitchFamily="2" charset="0"/>
                <a:cs typeface="Segoe UI" panose="020B0502040204020203" pitchFamily="34" charset="0"/>
              </a:rPr>
              <a:t>WWW.WEBSITE.COM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A12835-BD08-4AF0-BF32-2EC61A93A240}"/>
              </a:ext>
            </a:extLst>
          </p:cNvPr>
          <p:cNvGrpSpPr/>
          <p:nvPr userDrawn="1"/>
        </p:nvGrpSpPr>
        <p:grpSpPr>
          <a:xfrm>
            <a:off x="3" y="5439262"/>
            <a:ext cx="1131447" cy="1418739"/>
            <a:chOff x="-2861" y="5931257"/>
            <a:chExt cx="4014423" cy="5041543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D6FAD25-B43D-4563-BFB6-9211A4066E37}"/>
                </a:ext>
              </a:extLst>
            </p:cNvPr>
            <p:cNvSpPr/>
            <p:nvPr userDrawn="1"/>
          </p:nvSpPr>
          <p:spPr>
            <a:xfrm>
              <a:off x="-2861" y="7093454"/>
              <a:ext cx="4014423" cy="3879346"/>
            </a:xfrm>
            <a:custGeom>
              <a:avLst/>
              <a:gdLst>
                <a:gd name="connsiteX0" fmla="*/ 0 w 3816138"/>
                <a:gd name="connsiteY0" fmla="*/ 0 h 3981450"/>
                <a:gd name="connsiteX1" fmla="*/ 3238500 w 3816138"/>
                <a:gd name="connsiteY1" fmla="*/ 1809750 h 3981450"/>
                <a:gd name="connsiteX2" fmla="*/ 3657600 w 3816138"/>
                <a:gd name="connsiteY2" fmla="*/ 3981450 h 3981450"/>
                <a:gd name="connsiteX3" fmla="*/ 38100 w 3816138"/>
                <a:gd name="connsiteY3" fmla="*/ 3962400 h 3981450"/>
                <a:gd name="connsiteX4" fmla="*/ 0 w 3816138"/>
                <a:gd name="connsiteY4" fmla="*/ 0 h 3981450"/>
                <a:gd name="connsiteX0" fmla="*/ 0 w 3816138"/>
                <a:gd name="connsiteY0" fmla="*/ 0 h 3981450"/>
                <a:gd name="connsiteX1" fmla="*/ 3238500 w 3816138"/>
                <a:gd name="connsiteY1" fmla="*/ 1809750 h 3981450"/>
                <a:gd name="connsiteX2" fmla="*/ 3657600 w 3816138"/>
                <a:gd name="connsiteY2" fmla="*/ 3981450 h 3981450"/>
                <a:gd name="connsiteX3" fmla="*/ 38100 w 3816138"/>
                <a:gd name="connsiteY3" fmla="*/ 3962400 h 3981450"/>
                <a:gd name="connsiteX4" fmla="*/ 0 w 3816138"/>
                <a:gd name="connsiteY4" fmla="*/ 0 h 3981450"/>
                <a:gd name="connsiteX0" fmla="*/ 0 w 3876554"/>
                <a:gd name="connsiteY0" fmla="*/ 0 h 3981450"/>
                <a:gd name="connsiteX1" fmla="*/ 3409950 w 3876554"/>
                <a:gd name="connsiteY1" fmla="*/ 2076450 h 3981450"/>
                <a:gd name="connsiteX2" fmla="*/ 3657600 w 3876554"/>
                <a:gd name="connsiteY2" fmla="*/ 3981450 h 3981450"/>
                <a:gd name="connsiteX3" fmla="*/ 38100 w 3876554"/>
                <a:gd name="connsiteY3" fmla="*/ 3962400 h 3981450"/>
                <a:gd name="connsiteX4" fmla="*/ 0 w 3876554"/>
                <a:gd name="connsiteY4" fmla="*/ 0 h 3981450"/>
                <a:gd name="connsiteX0" fmla="*/ 0 w 3916378"/>
                <a:gd name="connsiteY0" fmla="*/ 0 h 3981450"/>
                <a:gd name="connsiteX1" fmla="*/ 3409950 w 3916378"/>
                <a:gd name="connsiteY1" fmla="*/ 2076450 h 3981450"/>
                <a:gd name="connsiteX2" fmla="*/ 3657600 w 3916378"/>
                <a:gd name="connsiteY2" fmla="*/ 3981450 h 3981450"/>
                <a:gd name="connsiteX3" fmla="*/ 38100 w 3916378"/>
                <a:gd name="connsiteY3" fmla="*/ 3962400 h 3981450"/>
                <a:gd name="connsiteX4" fmla="*/ 0 w 3916378"/>
                <a:gd name="connsiteY4" fmla="*/ 0 h 3981450"/>
                <a:gd name="connsiteX0" fmla="*/ 0 w 3873335"/>
                <a:gd name="connsiteY0" fmla="*/ 0 h 3981450"/>
                <a:gd name="connsiteX1" fmla="*/ 3409950 w 3873335"/>
                <a:gd name="connsiteY1" fmla="*/ 2076450 h 3981450"/>
                <a:gd name="connsiteX2" fmla="*/ 3657600 w 3873335"/>
                <a:gd name="connsiteY2" fmla="*/ 3981450 h 3981450"/>
                <a:gd name="connsiteX3" fmla="*/ 38100 w 3873335"/>
                <a:gd name="connsiteY3" fmla="*/ 3962400 h 3981450"/>
                <a:gd name="connsiteX4" fmla="*/ 0 w 3873335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38100 w 3786126"/>
                <a:gd name="connsiteY3" fmla="*/ 396240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3786126"/>
                <a:gd name="connsiteY0" fmla="*/ 0 h 3981450"/>
                <a:gd name="connsiteX1" fmla="*/ 3409950 w 3786126"/>
                <a:gd name="connsiteY1" fmla="*/ 2076450 h 3981450"/>
                <a:gd name="connsiteX2" fmla="*/ 3657600 w 3786126"/>
                <a:gd name="connsiteY2" fmla="*/ 3981450 h 3981450"/>
                <a:gd name="connsiteX3" fmla="*/ 0 w 3786126"/>
                <a:gd name="connsiteY3" fmla="*/ 3981450 h 3981450"/>
                <a:gd name="connsiteX4" fmla="*/ 0 w 3786126"/>
                <a:gd name="connsiteY4" fmla="*/ 0 h 3981450"/>
                <a:gd name="connsiteX0" fmla="*/ 0 w 4032226"/>
                <a:gd name="connsiteY0" fmla="*/ 0 h 4003693"/>
                <a:gd name="connsiteX1" fmla="*/ 3409950 w 4032226"/>
                <a:gd name="connsiteY1" fmla="*/ 2076450 h 4003693"/>
                <a:gd name="connsiteX2" fmla="*/ 3943350 w 4032226"/>
                <a:gd name="connsiteY2" fmla="*/ 4003693 h 4003693"/>
                <a:gd name="connsiteX3" fmla="*/ 0 w 4032226"/>
                <a:gd name="connsiteY3" fmla="*/ 3981450 h 4003693"/>
                <a:gd name="connsiteX4" fmla="*/ 0 w 4032226"/>
                <a:gd name="connsiteY4" fmla="*/ 0 h 4003693"/>
                <a:gd name="connsiteX0" fmla="*/ 0 w 3948509"/>
                <a:gd name="connsiteY0" fmla="*/ 0 h 4003693"/>
                <a:gd name="connsiteX1" fmla="*/ 3409950 w 3948509"/>
                <a:gd name="connsiteY1" fmla="*/ 2076450 h 4003693"/>
                <a:gd name="connsiteX2" fmla="*/ 3943350 w 3948509"/>
                <a:gd name="connsiteY2" fmla="*/ 4003693 h 4003693"/>
                <a:gd name="connsiteX3" fmla="*/ 0 w 3948509"/>
                <a:gd name="connsiteY3" fmla="*/ 3981450 h 4003693"/>
                <a:gd name="connsiteX4" fmla="*/ 0 w 3948509"/>
                <a:gd name="connsiteY4" fmla="*/ 0 h 4003693"/>
                <a:gd name="connsiteX0" fmla="*/ 0 w 3943350"/>
                <a:gd name="connsiteY0" fmla="*/ 0 h 4003693"/>
                <a:gd name="connsiteX1" fmla="*/ 3333750 w 3943350"/>
                <a:gd name="connsiteY1" fmla="*/ 1942994 h 4003693"/>
                <a:gd name="connsiteX2" fmla="*/ 3943350 w 3943350"/>
                <a:gd name="connsiteY2" fmla="*/ 4003693 h 4003693"/>
                <a:gd name="connsiteX3" fmla="*/ 0 w 3943350"/>
                <a:gd name="connsiteY3" fmla="*/ 3981450 h 4003693"/>
                <a:gd name="connsiteX4" fmla="*/ 0 w 3943350"/>
                <a:gd name="connsiteY4" fmla="*/ 0 h 4003693"/>
                <a:gd name="connsiteX0" fmla="*/ 0 w 4152900"/>
                <a:gd name="connsiteY0" fmla="*/ 0 h 3981450"/>
                <a:gd name="connsiteX1" fmla="*/ 3333750 w 4152900"/>
                <a:gd name="connsiteY1" fmla="*/ 1942994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333750 w 4152900"/>
                <a:gd name="connsiteY1" fmla="*/ 1942994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200400 w 4152900"/>
                <a:gd name="connsiteY1" fmla="*/ 1720566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  <a:gd name="connsiteX0" fmla="*/ 0 w 4152900"/>
                <a:gd name="connsiteY0" fmla="*/ 0 h 3981450"/>
                <a:gd name="connsiteX1" fmla="*/ 3200400 w 4152900"/>
                <a:gd name="connsiteY1" fmla="*/ 1720566 h 3981450"/>
                <a:gd name="connsiteX2" fmla="*/ 4152900 w 4152900"/>
                <a:gd name="connsiteY2" fmla="*/ 3981450 h 3981450"/>
                <a:gd name="connsiteX3" fmla="*/ 0 w 4152900"/>
                <a:gd name="connsiteY3" fmla="*/ 3981450 h 3981450"/>
                <a:gd name="connsiteX4" fmla="*/ 0 w 4152900"/>
                <a:gd name="connsiteY4" fmla="*/ 0 h 398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2900" h="3981450">
                  <a:moveTo>
                    <a:pt x="0" y="0"/>
                  </a:moveTo>
                  <a:cubicBezTo>
                    <a:pt x="762000" y="1189072"/>
                    <a:pt x="2584450" y="1190447"/>
                    <a:pt x="3200400" y="1720566"/>
                  </a:cubicBezTo>
                  <a:cubicBezTo>
                    <a:pt x="3816350" y="2250685"/>
                    <a:pt x="3971925" y="2641175"/>
                    <a:pt x="4152900" y="3981450"/>
                  </a:cubicBezTo>
                  <a:lnTo>
                    <a:pt x="0" y="398145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alpha val="4000"/>
                  </a:schemeClr>
                </a:gs>
                <a:gs pos="0">
                  <a:srgbClr val="181B2C">
                    <a:alpha val="3000"/>
                  </a:srgbClr>
                </a:gs>
                <a:gs pos="55000">
                  <a:schemeClr val="accent5">
                    <a:alpha val="33000"/>
                  </a:schemeClr>
                </a:gs>
              </a:gsLst>
              <a:lin ang="18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591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3A6F6AF-0E6C-4D5A-B558-A80EA358FB4F}"/>
                </a:ext>
              </a:extLst>
            </p:cNvPr>
            <p:cNvSpPr/>
            <p:nvPr userDrawn="1"/>
          </p:nvSpPr>
          <p:spPr>
            <a:xfrm>
              <a:off x="0" y="5931257"/>
              <a:ext cx="1189942" cy="2524513"/>
            </a:xfrm>
            <a:custGeom>
              <a:avLst/>
              <a:gdLst>
                <a:gd name="connsiteX0" fmla="*/ 0 w 1189942"/>
                <a:gd name="connsiteY0" fmla="*/ 0 h 2524513"/>
                <a:gd name="connsiteX1" fmla="*/ 175601 w 1189942"/>
                <a:gd name="connsiteY1" fmla="*/ 17702 h 2524513"/>
                <a:gd name="connsiteX2" fmla="*/ 1189942 w 1189942"/>
                <a:gd name="connsiteY2" fmla="*/ 1262256 h 2524513"/>
                <a:gd name="connsiteX3" fmla="*/ 175601 w 1189942"/>
                <a:gd name="connsiteY3" fmla="*/ 2506811 h 2524513"/>
                <a:gd name="connsiteX4" fmla="*/ 0 w 1189942"/>
                <a:gd name="connsiteY4" fmla="*/ 2524513 h 2524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9942" h="2524513">
                  <a:moveTo>
                    <a:pt x="0" y="0"/>
                  </a:moveTo>
                  <a:lnTo>
                    <a:pt x="175601" y="17702"/>
                  </a:lnTo>
                  <a:cubicBezTo>
                    <a:pt x="754484" y="136158"/>
                    <a:pt x="1189942" y="648354"/>
                    <a:pt x="1189942" y="1262256"/>
                  </a:cubicBezTo>
                  <a:cubicBezTo>
                    <a:pt x="1189942" y="1876159"/>
                    <a:pt x="754484" y="2388354"/>
                    <a:pt x="175601" y="2506811"/>
                  </a:cubicBezTo>
                  <a:lnTo>
                    <a:pt x="0" y="2524513"/>
                  </a:lnTo>
                  <a:close/>
                </a:path>
              </a:pathLst>
            </a:custGeom>
            <a:gradFill>
              <a:gsLst>
                <a:gs pos="2000">
                  <a:schemeClr val="accent1"/>
                </a:gs>
                <a:gs pos="100000">
                  <a:schemeClr val="accent5"/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1270000" dist="6223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591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A6BFF63-1E5E-4834-953A-C8B2FDC97293}"/>
              </a:ext>
            </a:extLst>
          </p:cNvPr>
          <p:cNvGrpSpPr/>
          <p:nvPr userDrawn="1"/>
        </p:nvGrpSpPr>
        <p:grpSpPr>
          <a:xfrm>
            <a:off x="10397095" y="2"/>
            <a:ext cx="1803744" cy="2061120"/>
            <a:chOff x="13922478" y="2"/>
            <a:chExt cx="5568680" cy="637312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0EF7E71-1C57-47EF-A447-B62B6179094B}"/>
                </a:ext>
              </a:extLst>
            </p:cNvPr>
            <p:cNvSpPr/>
            <p:nvPr userDrawn="1"/>
          </p:nvSpPr>
          <p:spPr>
            <a:xfrm>
              <a:off x="13922478" y="2"/>
              <a:ext cx="5558654" cy="4717968"/>
            </a:xfrm>
            <a:custGeom>
              <a:avLst/>
              <a:gdLst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671011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671011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839453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27927"/>
                <a:gd name="connsiteX1" fmla="*/ 2502569 w 6039853"/>
                <a:gd name="connsiteY1" fmla="*/ 1925053 h 6327927"/>
                <a:gd name="connsiteX2" fmla="*/ 2839453 w 6039853"/>
                <a:gd name="connsiteY2" fmla="*/ 4932948 h 6327927"/>
                <a:gd name="connsiteX3" fmla="*/ 6039853 w 6039853"/>
                <a:gd name="connsiteY3" fmla="*/ 6304548 h 6327927"/>
                <a:gd name="connsiteX4" fmla="*/ 5967664 w 6039853"/>
                <a:gd name="connsiteY4" fmla="*/ 0 h 6327927"/>
                <a:gd name="connsiteX5" fmla="*/ 0 w 6039853"/>
                <a:gd name="connsiteY5" fmla="*/ 0 h 6327927"/>
                <a:gd name="connsiteX0" fmla="*/ 0 w 6039853"/>
                <a:gd name="connsiteY0" fmla="*/ 0 h 6354071"/>
                <a:gd name="connsiteX1" fmla="*/ 2502569 w 6039853"/>
                <a:gd name="connsiteY1" fmla="*/ 1925053 h 6354071"/>
                <a:gd name="connsiteX2" fmla="*/ 2839453 w 6039853"/>
                <a:gd name="connsiteY2" fmla="*/ 4932948 h 6354071"/>
                <a:gd name="connsiteX3" fmla="*/ 6039853 w 6039853"/>
                <a:gd name="connsiteY3" fmla="*/ 6304548 h 6354071"/>
                <a:gd name="connsiteX4" fmla="*/ 5967664 w 6039853"/>
                <a:gd name="connsiteY4" fmla="*/ 0 h 6354071"/>
                <a:gd name="connsiteX5" fmla="*/ 0 w 6039853"/>
                <a:gd name="connsiteY5" fmla="*/ 0 h 6354071"/>
                <a:gd name="connsiteX0" fmla="*/ 0 w 6039853"/>
                <a:gd name="connsiteY0" fmla="*/ 0 h 6354071"/>
                <a:gd name="connsiteX1" fmla="*/ 2502569 w 6039853"/>
                <a:gd name="connsiteY1" fmla="*/ 1925053 h 6354071"/>
                <a:gd name="connsiteX2" fmla="*/ 2839453 w 6039853"/>
                <a:gd name="connsiteY2" fmla="*/ 4932948 h 6354071"/>
                <a:gd name="connsiteX3" fmla="*/ 6039853 w 6039853"/>
                <a:gd name="connsiteY3" fmla="*/ 6304548 h 6354071"/>
                <a:gd name="connsiteX4" fmla="*/ 6005764 w 6039853"/>
                <a:gd name="connsiteY4" fmla="*/ 0 h 6354071"/>
                <a:gd name="connsiteX5" fmla="*/ 0 w 6039853"/>
                <a:gd name="connsiteY5" fmla="*/ 0 h 6354071"/>
                <a:gd name="connsiteX0" fmla="*/ 0 w 6005764"/>
                <a:gd name="connsiteY0" fmla="*/ 0 h 6290613"/>
                <a:gd name="connsiteX1" fmla="*/ 2502569 w 6005764"/>
                <a:gd name="connsiteY1" fmla="*/ 1925053 h 6290613"/>
                <a:gd name="connsiteX2" fmla="*/ 2839453 w 6005764"/>
                <a:gd name="connsiteY2" fmla="*/ 4932948 h 6290613"/>
                <a:gd name="connsiteX3" fmla="*/ 6001753 w 6005764"/>
                <a:gd name="connsiteY3" fmla="*/ 6266448 h 6290613"/>
                <a:gd name="connsiteX4" fmla="*/ 6005764 w 6005764"/>
                <a:gd name="connsiteY4" fmla="*/ 0 h 6290613"/>
                <a:gd name="connsiteX5" fmla="*/ 0 w 6005764"/>
                <a:gd name="connsiteY5" fmla="*/ 0 h 6290613"/>
                <a:gd name="connsiteX0" fmla="*/ 0 w 6005764"/>
                <a:gd name="connsiteY0" fmla="*/ 0 h 6300010"/>
                <a:gd name="connsiteX1" fmla="*/ 2502569 w 6005764"/>
                <a:gd name="connsiteY1" fmla="*/ 1925053 h 6300010"/>
                <a:gd name="connsiteX2" fmla="*/ 2839453 w 6005764"/>
                <a:gd name="connsiteY2" fmla="*/ 4932948 h 6300010"/>
                <a:gd name="connsiteX3" fmla="*/ 6001753 w 6005764"/>
                <a:gd name="connsiteY3" fmla="*/ 6266448 h 6300010"/>
                <a:gd name="connsiteX4" fmla="*/ 6005764 w 6005764"/>
                <a:gd name="connsiteY4" fmla="*/ 0 h 6300010"/>
                <a:gd name="connsiteX5" fmla="*/ 0 w 6005764"/>
                <a:gd name="connsiteY5" fmla="*/ 0 h 6300010"/>
                <a:gd name="connsiteX0" fmla="*/ 0 w 6005764"/>
                <a:gd name="connsiteY0" fmla="*/ 0 h 6301252"/>
                <a:gd name="connsiteX1" fmla="*/ 2502569 w 6005764"/>
                <a:gd name="connsiteY1" fmla="*/ 1925053 h 6301252"/>
                <a:gd name="connsiteX2" fmla="*/ 2839453 w 6005764"/>
                <a:gd name="connsiteY2" fmla="*/ 4932948 h 6301252"/>
                <a:gd name="connsiteX3" fmla="*/ 6001753 w 6005764"/>
                <a:gd name="connsiteY3" fmla="*/ 6266448 h 6301252"/>
                <a:gd name="connsiteX4" fmla="*/ 6005764 w 6005764"/>
                <a:gd name="connsiteY4" fmla="*/ 0 h 6301252"/>
                <a:gd name="connsiteX5" fmla="*/ 0 w 6005764"/>
                <a:gd name="connsiteY5" fmla="*/ 0 h 6301252"/>
                <a:gd name="connsiteX0" fmla="*/ 0 w 6005764"/>
                <a:gd name="connsiteY0" fmla="*/ 0 h 6328404"/>
                <a:gd name="connsiteX1" fmla="*/ 2502569 w 6005764"/>
                <a:gd name="connsiteY1" fmla="*/ 1925053 h 6328404"/>
                <a:gd name="connsiteX2" fmla="*/ 2839453 w 6005764"/>
                <a:gd name="connsiteY2" fmla="*/ 4932948 h 6328404"/>
                <a:gd name="connsiteX3" fmla="*/ 6001753 w 6005764"/>
                <a:gd name="connsiteY3" fmla="*/ 6266448 h 6328404"/>
                <a:gd name="connsiteX4" fmla="*/ 6005764 w 6005764"/>
                <a:gd name="connsiteY4" fmla="*/ 0 h 6328404"/>
                <a:gd name="connsiteX5" fmla="*/ 0 w 6005764"/>
                <a:gd name="connsiteY5" fmla="*/ 0 h 6328404"/>
                <a:gd name="connsiteX0" fmla="*/ 0 w 6005764"/>
                <a:gd name="connsiteY0" fmla="*/ 0 h 6321734"/>
                <a:gd name="connsiteX1" fmla="*/ 2502569 w 6005764"/>
                <a:gd name="connsiteY1" fmla="*/ 1925053 h 6321734"/>
                <a:gd name="connsiteX2" fmla="*/ 3273143 w 6005764"/>
                <a:gd name="connsiteY2" fmla="*/ 4856415 h 6321734"/>
                <a:gd name="connsiteX3" fmla="*/ 6001753 w 6005764"/>
                <a:gd name="connsiteY3" fmla="*/ 6266448 h 6321734"/>
                <a:gd name="connsiteX4" fmla="*/ 6005764 w 6005764"/>
                <a:gd name="connsiteY4" fmla="*/ 0 h 6321734"/>
                <a:gd name="connsiteX5" fmla="*/ 0 w 6005764"/>
                <a:gd name="connsiteY5" fmla="*/ 0 h 6321734"/>
                <a:gd name="connsiteX0" fmla="*/ 0 w 6005764"/>
                <a:gd name="connsiteY0" fmla="*/ 0 h 6312022"/>
                <a:gd name="connsiteX1" fmla="*/ 2502569 w 6005764"/>
                <a:gd name="connsiteY1" fmla="*/ 1925053 h 6312022"/>
                <a:gd name="connsiteX2" fmla="*/ 3273143 w 6005764"/>
                <a:gd name="connsiteY2" fmla="*/ 4856415 h 6312022"/>
                <a:gd name="connsiteX3" fmla="*/ 6001753 w 6005764"/>
                <a:gd name="connsiteY3" fmla="*/ 6266448 h 6312022"/>
                <a:gd name="connsiteX4" fmla="*/ 6005764 w 6005764"/>
                <a:gd name="connsiteY4" fmla="*/ 0 h 6312022"/>
                <a:gd name="connsiteX5" fmla="*/ 0 w 6005764"/>
                <a:gd name="connsiteY5" fmla="*/ 0 h 6312022"/>
                <a:gd name="connsiteX0" fmla="*/ 0 w 6005764"/>
                <a:gd name="connsiteY0" fmla="*/ 0 h 6312023"/>
                <a:gd name="connsiteX1" fmla="*/ 2502569 w 6005764"/>
                <a:gd name="connsiteY1" fmla="*/ 1925053 h 6312023"/>
                <a:gd name="connsiteX2" fmla="*/ 3145587 w 6005764"/>
                <a:gd name="connsiteY2" fmla="*/ 4856415 h 6312023"/>
                <a:gd name="connsiteX3" fmla="*/ 6001753 w 6005764"/>
                <a:gd name="connsiteY3" fmla="*/ 6266448 h 6312023"/>
                <a:gd name="connsiteX4" fmla="*/ 6005764 w 6005764"/>
                <a:gd name="connsiteY4" fmla="*/ 0 h 6312023"/>
                <a:gd name="connsiteX5" fmla="*/ 0 w 6005764"/>
                <a:gd name="connsiteY5" fmla="*/ 0 h 6312023"/>
                <a:gd name="connsiteX0" fmla="*/ 0 w 6005764"/>
                <a:gd name="connsiteY0" fmla="*/ 0 h 6318150"/>
                <a:gd name="connsiteX1" fmla="*/ 2502569 w 6005764"/>
                <a:gd name="connsiteY1" fmla="*/ 1925053 h 6318150"/>
                <a:gd name="connsiteX2" fmla="*/ 3145587 w 6005764"/>
                <a:gd name="connsiteY2" fmla="*/ 4856415 h 6318150"/>
                <a:gd name="connsiteX3" fmla="*/ 6001753 w 6005764"/>
                <a:gd name="connsiteY3" fmla="*/ 6266448 h 6318150"/>
                <a:gd name="connsiteX4" fmla="*/ 6005764 w 6005764"/>
                <a:gd name="connsiteY4" fmla="*/ 0 h 6318150"/>
                <a:gd name="connsiteX5" fmla="*/ 0 w 6005764"/>
                <a:gd name="connsiteY5" fmla="*/ 0 h 631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05764" h="6318150">
                  <a:moveTo>
                    <a:pt x="0" y="0"/>
                  </a:moveTo>
                  <a:cubicBezTo>
                    <a:pt x="66174" y="1417720"/>
                    <a:pt x="1978305" y="1115651"/>
                    <a:pt x="2502569" y="1925053"/>
                  </a:cubicBezTo>
                  <a:cubicBezTo>
                    <a:pt x="3026834" y="2734456"/>
                    <a:pt x="2714790" y="3661059"/>
                    <a:pt x="3145587" y="4856415"/>
                  </a:cubicBezTo>
                  <a:cubicBezTo>
                    <a:pt x="3576384" y="6051771"/>
                    <a:pt x="4643187" y="6477001"/>
                    <a:pt x="6001753" y="6266448"/>
                  </a:cubicBezTo>
                  <a:lnTo>
                    <a:pt x="6005764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40000"/>
                  </a:schemeClr>
                </a:gs>
                <a:gs pos="0">
                  <a:srgbClr val="181B2C">
                    <a:alpha val="25000"/>
                  </a:srgbClr>
                </a:gs>
                <a:gs pos="55000">
                  <a:schemeClr val="accent5">
                    <a:alpha val="44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591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14B4566-8CB4-4704-9391-777F4096DE8F}"/>
                </a:ext>
              </a:extLst>
            </p:cNvPr>
            <p:cNvSpPr/>
            <p:nvPr userDrawn="1"/>
          </p:nvSpPr>
          <p:spPr>
            <a:xfrm>
              <a:off x="17828114" y="1072550"/>
              <a:ext cx="1663044" cy="5300581"/>
            </a:xfrm>
            <a:custGeom>
              <a:avLst/>
              <a:gdLst>
                <a:gd name="connsiteX0" fmla="*/ 2561234 w 2585297"/>
                <a:gd name="connsiteY0" fmla="*/ 0 h 6906127"/>
                <a:gd name="connsiteX1" fmla="*/ 780560 w 2585297"/>
                <a:gd name="connsiteY1" fmla="*/ 1852863 h 6906127"/>
                <a:gd name="connsiteX2" fmla="*/ 82728 w 2585297"/>
                <a:gd name="connsiteY2" fmla="*/ 4932948 h 6906127"/>
                <a:gd name="connsiteX3" fmla="*/ 2585297 w 2585297"/>
                <a:gd name="connsiteY3" fmla="*/ 6906127 h 6906127"/>
                <a:gd name="connsiteX4" fmla="*/ 2561234 w 2585297"/>
                <a:gd name="connsiteY4" fmla="*/ 0 h 6906127"/>
                <a:gd name="connsiteX0" fmla="*/ 2561234 w 2585297"/>
                <a:gd name="connsiteY0" fmla="*/ 10370 h 6916497"/>
                <a:gd name="connsiteX1" fmla="*/ 780560 w 2585297"/>
                <a:gd name="connsiteY1" fmla="*/ 1863233 h 6916497"/>
                <a:gd name="connsiteX2" fmla="*/ 82728 w 2585297"/>
                <a:gd name="connsiteY2" fmla="*/ 4943318 h 6916497"/>
                <a:gd name="connsiteX3" fmla="*/ 2585297 w 2585297"/>
                <a:gd name="connsiteY3" fmla="*/ 6916497 h 6916497"/>
                <a:gd name="connsiteX4" fmla="*/ 2561234 w 2585297"/>
                <a:gd name="connsiteY4" fmla="*/ 10370 h 6916497"/>
                <a:gd name="connsiteX0" fmla="*/ 2547392 w 2571455"/>
                <a:gd name="connsiteY0" fmla="*/ 8277 h 6914404"/>
                <a:gd name="connsiteX1" fmla="*/ 938168 w 2571455"/>
                <a:gd name="connsiteY1" fmla="*/ 2184990 h 6914404"/>
                <a:gd name="connsiteX2" fmla="*/ 68886 w 2571455"/>
                <a:gd name="connsiteY2" fmla="*/ 4941225 h 6914404"/>
                <a:gd name="connsiteX3" fmla="*/ 2571455 w 2571455"/>
                <a:gd name="connsiteY3" fmla="*/ 6914404 h 6914404"/>
                <a:gd name="connsiteX4" fmla="*/ 2547392 w 2571455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94895 w 2618958"/>
                <a:gd name="connsiteY0" fmla="*/ 8277 h 6914404"/>
                <a:gd name="connsiteX1" fmla="*/ 985671 w 2618958"/>
                <a:gd name="connsiteY1" fmla="*/ 2184990 h 6914404"/>
                <a:gd name="connsiteX2" fmla="*/ 116389 w 2618958"/>
                <a:gd name="connsiteY2" fmla="*/ 4941225 h 6914404"/>
                <a:gd name="connsiteX3" fmla="*/ 2618958 w 2618958"/>
                <a:gd name="connsiteY3" fmla="*/ 6914404 h 6914404"/>
                <a:gd name="connsiteX4" fmla="*/ 2594895 w 2618958"/>
                <a:gd name="connsiteY4" fmla="*/ 8277 h 6914404"/>
                <a:gd name="connsiteX0" fmla="*/ 2517149 w 2541212"/>
                <a:gd name="connsiteY0" fmla="*/ 8277 h 6914404"/>
                <a:gd name="connsiteX1" fmla="*/ 907925 w 2541212"/>
                <a:gd name="connsiteY1" fmla="*/ 2184990 h 6914404"/>
                <a:gd name="connsiteX2" fmla="*/ 38643 w 2541212"/>
                <a:gd name="connsiteY2" fmla="*/ 4941225 h 6914404"/>
                <a:gd name="connsiteX3" fmla="*/ 2541212 w 2541212"/>
                <a:gd name="connsiteY3" fmla="*/ 6914404 h 6914404"/>
                <a:gd name="connsiteX4" fmla="*/ 2517149 w 2541212"/>
                <a:gd name="connsiteY4" fmla="*/ 8277 h 6914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1212" h="6914404">
                  <a:moveTo>
                    <a:pt x="2517149" y="8277"/>
                  </a:moveTo>
                  <a:cubicBezTo>
                    <a:pt x="614154" y="-124071"/>
                    <a:pt x="1321009" y="1362832"/>
                    <a:pt x="907925" y="2184990"/>
                  </a:cubicBezTo>
                  <a:cubicBezTo>
                    <a:pt x="494841" y="3007148"/>
                    <a:pt x="-166896" y="3508464"/>
                    <a:pt x="38643" y="4941225"/>
                  </a:cubicBezTo>
                  <a:cubicBezTo>
                    <a:pt x="358482" y="6183486"/>
                    <a:pt x="1573672" y="6806120"/>
                    <a:pt x="2541212" y="6914404"/>
                  </a:cubicBezTo>
                  <a:lnTo>
                    <a:pt x="2517149" y="8277"/>
                  </a:lnTo>
                  <a:close/>
                </a:path>
              </a:pathLst>
            </a:custGeom>
            <a:gradFill>
              <a:gsLst>
                <a:gs pos="2000">
                  <a:schemeClr val="accent1"/>
                </a:gs>
                <a:gs pos="100000">
                  <a:schemeClr val="accent5"/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591"/>
            </a:p>
          </p:txBody>
        </p:sp>
      </p:grpSp>
      <p:pic>
        <p:nvPicPr>
          <p:cNvPr id="18" name="Imagen 17">
            <a:extLst>
              <a:ext uri="{FF2B5EF4-FFF2-40B4-BE49-F238E27FC236}">
                <a16:creationId xmlns:a16="http://schemas.microsoft.com/office/drawing/2014/main" id="{A48E9C84-34A8-F7B6-AD1F-FFB0D0DB61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025" y="422494"/>
            <a:ext cx="742041" cy="83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960624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1B78-826D-4FE9-99FE-428C8E62A634}" type="slidenum">
              <a:rPr lang="en-US" smtClean="0"/>
              <a:t>‹Nº›</a:t>
            </a:fld>
            <a:endParaRPr lang="en-US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05FC43A-0BCB-4504-8C3C-5BEBD6B73F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93676" y="1529616"/>
            <a:ext cx="3804655" cy="3798771"/>
          </a:xfrm>
          <a:custGeom>
            <a:avLst/>
            <a:gdLst>
              <a:gd name="connsiteX0" fmla="*/ 1857828 w 3715656"/>
              <a:gd name="connsiteY0" fmla="*/ 0 h 3715654"/>
              <a:gd name="connsiteX1" fmla="*/ 3715656 w 3715656"/>
              <a:gd name="connsiteY1" fmla="*/ 1857827 h 3715654"/>
              <a:gd name="connsiteX2" fmla="*/ 1857828 w 3715656"/>
              <a:gd name="connsiteY2" fmla="*/ 3715654 h 3715654"/>
              <a:gd name="connsiteX3" fmla="*/ 0 w 3715656"/>
              <a:gd name="connsiteY3" fmla="*/ 1857827 h 3715654"/>
              <a:gd name="connsiteX4" fmla="*/ 1857828 w 3715656"/>
              <a:gd name="connsiteY4" fmla="*/ 0 h 3715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15656" h="3715654">
                <a:moveTo>
                  <a:pt x="1857828" y="0"/>
                </a:moveTo>
                <a:cubicBezTo>
                  <a:pt x="2883878" y="0"/>
                  <a:pt x="3715656" y="831777"/>
                  <a:pt x="3715656" y="1857827"/>
                </a:cubicBezTo>
                <a:cubicBezTo>
                  <a:pt x="3715656" y="2883877"/>
                  <a:pt x="2883878" y="3715654"/>
                  <a:pt x="1857828" y="3715654"/>
                </a:cubicBezTo>
                <a:cubicBezTo>
                  <a:pt x="831778" y="3715654"/>
                  <a:pt x="0" y="2883877"/>
                  <a:pt x="0" y="1857827"/>
                </a:cubicBezTo>
                <a:cubicBezTo>
                  <a:pt x="0" y="831777"/>
                  <a:pt x="831778" y="0"/>
                  <a:pt x="185782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2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F4B273E-734F-0A44-E4FA-66FB39863D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025" y="422494"/>
            <a:ext cx="742041" cy="83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442736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2E9F95F-7E6D-9546-F98A-7E9F0074B2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025" y="351103"/>
            <a:ext cx="742041" cy="9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277822"/>
      </p:ext>
    </p:extLst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478EA07-48A9-4FE6-84D1-A0B027B97F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98222" y="2137902"/>
            <a:ext cx="3109215" cy="1838088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10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D655362D-B1F4-4CA0-90A6-80AA7799895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41394" y="2137902"/>
            <a:ext cx="3109215" cy="1838088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10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0BC2538C-30E7-4964-9719-2857208656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84567" y="2137902"/>
            <a:ext cx="3109215" cy="1838088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10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FBE36C4-4AD6-93E4-0E14-46B1E002E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025" y="351103"/>
            <a:ext cx="742041" cy="9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971868"/>
      </p:ext>
    </p:extLst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6DCF4FE-4004-475E-B7F8-96E0B60DF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16549" y="841385"/>
            <a:ext cx="923201" cy="921773"/>
          </a:xfrm>
          <a:custGeom>
            <a:avLst/>
            <a:gdLst>
              <a:gd name="connsiteX0" fmla="*/ 1857828 w 3715656"/>
              <a:gd name="connsiteY0" fmla="*/ 0 h 3715654"/>
              <a:gd name="connsiteX1" fmla="*/ 3715656 w 3715656"/>
              <a:gd name="connsiteY1" fmla="*/ 1857827 h 3715654"/>
              <a:gd name="connsiteX2" fmla="*/ 1857828 w 3715656"/>
              <a:gd name="connsiteY2" fmla="*/ 3715654 h 3715654"/>
              <a:gd name="connsiteX3" fmla="*/ 0 w 3715656"/>
              <a:gd name="connsiteY3" fmla="*/ 1857827 h 3715654"/>
              <a:gd name="connsiteX4" fmla="*/ 1857828 w 3715656"/>
              <a:gd name="connsiteY4" fmla="*/ 0 h 3715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15656" h="3715654">
                <a:moveTo>
                  <a:pt x="1857828" y="0"/>
                </a:moveTo>
                <a:cubicBezTo>
                  <a:pt x="2883878" y="0"/>
                  <a:pt x="3715656" y="831777"/>
                  <a:pt x="3715656" y="1857827"/>
                </a:cubicBezTo>
                <a:cubicBezTo>
                  <a:pt x="3715656" y="2883877"/>
                  <a:pt x="2883878" y="3715654"/>
                  <a:pt x="1857828" y="3715654"/>
                </a:cubicBezTo>
                <a:cubicBezTo>
                  <a:pt x="831778" y="3715654"/>
                  <a:pt x="0" y="2883877"/>
                  <a:pt x="0" y="1857827"/>
                </a:cubicBezTo>
                <a:cubicBezTo>
                  <a:pt x="0" y="831777"/>
                  <a:pt x="831778" y="0"/>
                  <a:pt x="185782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2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A194C0A7-71F4-4275-A43D-7F2A366261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34022" y="4003216"/>
            <a:ext cx="923201" cy="921773"/>
          </a:xfrm>
          <a:custGeom>
            <a:avLst/>
            <a:gdLst>
              <a:gd name="connsiteX0" fmla="*/ 1857828 w 3715656"/>
              <a:gd name="connsiteY0" fmla="*/ 0 h 3715654"/>
              <a:gd name="connsiteX1" fmla="*/ 3715656 w 3715656"/>
              <a:gd name="connsiteY1" fmla="*/ 1857827 h 3715654"/>
              <a:gd name="connsiteX2" fmla="*/ 1857828 w 3715656"/>
              <a:gd name="connsiteY2" fmla="*/ 3715654 h 3715654"/>
              <a:gd name="connsiteX3" fmla="*/ 0 w 3715656"/>
              <a:gd name="connsiteY3" fmla="*/ 1857827 h 3715654"/>
              <a:gd name="connsiteX4" fmla="*/ 1857828 w 3715656"/>
              <a:gd name="connsiteY4" fmla="*/ 0 h 3715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15656" h="3715654">
                <a:moveTo>
                  <a:pt x="1857828" y="0"/>
                </a:moveTo>
                <a:cubicBezTo>
                  <a:pt x="2883878" y="0"/>
                  <a:pt x="3715656" y="831777"/>
                  <a:pt x="3715656" y="1857827"/>
                </a:cubicBezTo>
                <a:cubicBezTo>
                  <a:pt x="3715656" y="2883877"/>
                  <a:pt x="2883878" y="3715654"/>
                  <a:pt x="1857828" y="3715654"/>
                </a:cubicBezTo>
                <a:cubicBezTo>
                  <a:pt x="831778" y="3715654"/>
                  <a:pt x="0" y="2883877"/>
                  <a:pt x="0" y="1857827"/>
                </a:cubicBezTo>
                <a:cubicBezTo>
                  <a:pt x="0" y="831777"/>
                  <a:pt x="831778" y="0"/>
                  <a:pt x="185782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2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1B78-826D-4FE9-99FE-428C8E62A634}" type="slidenum">
              <a:rPr lang="en-US" smtClean="0"/>
              <a:t>‹Nº›</a:t>
            </a:fld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9F36210-8B2B-248E-9ACE-83752B2EF2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025" y="351103"/>
            <a:ext cx="742041" cy="9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29309"/>
      </p:ext>
    </p:extLst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48E821C1-B0EA-43FA-AF9E-D279F7029DB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2" y="1"/>
            <a:ext cx="4906788" cy="4240161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BC3486-2AD5-ABE5-5151-C9834FD3E2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025" y="351103"/>
            <a:ext cx="742041" cy="9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919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1B78-826D-4FE9-99FE-428C8E62A634}" type="slidenum">
              <a:rPr lang="en-US" smtClean="0"/>
              <a:t>‹Nº›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9CC1679-6D6B-42F5-B1D2-6E8B550461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35362" y="1950627"/>
            <a:ext cx="4897566" cy="392603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F8A4968-166C-8EE1-2117-76DC9BC5A5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025" y="351103"/>
            <a:ext cx="742041" cy="9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774303"/>
      </p:ext>
    </p:extLst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A157920-4A24-4486-8158-086B1E996FED}"/>
              </a:ext>
            </a:extLst>
          </p:cNvPr>
          <p:cNvSpPr/>
          <p:nvPr userDrawn="1"/>
        </p:nvSpPr>
        <p:spPr>
          <a:xfrm>
            <a:off x="703218" y="170491"/>
            <a:ext cx="8517186" cy="6517023"/>
          </a:xfrm>
          <a:custGeom>
            <a:avLst/>
            <a:gdLst>
              <a:gd name="connsiteX0" fmla="*/ 169643 w 3522865"/>
              <a:gd name="connsiteY0" fmla="*/ 1030958 h 2484348"/>
              <a:gd name="connsiteX1" fmla="*/ 2684243 w 3522865"/>
              <a:gd name="connsiteY1" fmla="*/ 2258 h 2484348"/>
              <a:gd name="connsiteX2" fmla="*/ 3522443 w 3522865"/>
              <a:gd name="connsiteY2" fmla="*/ 1316708 h 2484348"/>
              <a:gd name="connsiteX3" fmla="*/ 2779493 w 3522865"/>
              <a:gd name="connsiteY3" fmla="*/ 2478758 h 2484348"/>
              <a:gd name="connsiteX4" fmla="*/ 1579343 w 3522865"/>
              <a:gd name="connsiteY4" fmla="*/ 1773908 h 2484348"/>
              <a:gd name="connsiteX5" fmla="*/ 379193 w 3522865"/>
              <a:gd name="connsiteY5" fmla="*/ 2154908 h 2484348"/>
              <a:gd name="connsiteX6" fmla="*/ 169643 w 3522865"/>
              <a:gd name="connsiteY6" fmla="*/ 1030958 h 2484348"/>
              <a:gd name="connsiteX0" fmla="*/ 158936 w 3514183"/>
              <a:gd name="connsiteY0" fmla="*/ 433349 h 1886739"/>
              <a:gd name="connsiteX1" fmla="*/ 2528756 w 3514183"/>
              <a:gd name="connsiteY1" fmla="*/ 6629 h 1886739"/>
              <a:gd name="connsiteX2" fmla="*/ 3511736 w 3514183"/>
              <a:gd name="connsiteY2" fmla="*/ 719099 h 1886739"/>
              <a:gd name="connsiteX3" fmla="*/ 2768786 w 3514183"/>
              <a:gd name="connsiteY3" fmla="*/ 1881149 h 1886739"/>
              <a:gd name="connsiteX4" fmla="*/ 1568636 w 3514183"/>
              <a:gd name="connsiteY4" fmla="*/ 1176299 h 1886739"/>
              <a:gd name="connsiteX5" fmla="*/ 368486 w 3514183"/>
              <a:gd name="connsiteY5" fmla="*/ 1557299 h 1886739"/>
              <a:gd name="connsiteX6" fmla="*/ 158936 w 3514183"/>
              <a:gd name="connsiteY6" fmla="*/ 433349 h 1886739"/>
              <a:gd name="connsiteX0" fmla="*/ 165698 w 3519490"/>
              <a:gd name="connsiteY0" fmla="*/ 1061364 h 2514754"/>
              <a:gd name="connsiteX1" fmla="*/ 2626958 w 3519490"/>
              <a:gd name="connsiteY1" fmla="*/ 2184 h 2514754"/>
              <a:gd name="connsiteX2" fmla="*/ 3518498 w 3519490"/>
              <a:gd name="connsiteY2" fmla="*/ 1347114 h 2514754"/>
              <a:gd name="connsiteX3" fmla="*/ 2775548 w 3519490"/>
              <a:gd name="connsiteY3" fmla="*/ 2509164 h 2514754"/>
              <a:gd name="connsiteX4" fmla="*/ 1575398 w 3519490"/>
              <a:gd name="connsiteY4" fmla="*/ 1804314 h 2514754"/>
              <a:gd name="connsiteX5" fmla="*/ 375248 w 3519490"/>
              <a:gd name="connsiteY5" fmla="*/ 2185314 h 2514754"/>
              <a:gd name="connsiteX6" fmla="*/ 165698 w 3519490"/>
              <a:gd name="connsiteY6" fmla="*/ 1061364 h 2514754"/>
              <a:gd name="connsiteX0" fmla="*/ 165698 w 3519490"/>
              <a:gd name="connsiteY0" fmla="*/ 1110091 h 2563481"/>
              <a:gd name="connsiteX1" fmla="*/ 2626958 w 3519490"/>
              <a:gd name="connsiteY1" fmla="*/ 50911 h 2563481"/>
              <a:gd name="connsiteX2" fmla="*/ 3518498 w 3519490"/>
              <a:gd name="connsiteY2" fmla="*/ 1395841 h 2563481"/>
              <a:gd name="connsiteX3" fmla="*/ 2775548 w 3519490"/>
              <a:gd name="connsiteY3" fmla="*/ 2557891 h 2563481"/>
              <a:gd name="connsiteX4" fmla="*/ 1575398 w 3519490"/>
              <a:gd name="connsiteY4" fmla="*/ 1853041 h 2563481"/>
              <a:gd name="connsiteX5" fmla="*/ 375248 w 3519490"/>
              <a:gd name="connsiteY5" fmla="*/ 2234041 h 2563481"/>
              <a:gd name="connsiteX6" fmla="*/ 165698 w 3519490"/>
              <a:gd name="connsiteY6" fmla="*/ 1110091 h 2563481"/>
              <a:gd name="connsiteX0" fmla="*/ 162317 w 3516109"/>
              <a:gd name="connsiteY0" fmla="*/ 1118578 h 2571968"/>
              <a:gd name="connsiteX1" fmla="*/ 2623577 w 3516109"/>
              <a:gd name="connsiteY1" fmla="*/ 59398 h 2571968"/>
              <a:gd name="connsiteX2" fmla="*/ 3515117 w 3516109"/>
              <a:gd name="connsiteY2" fmla="*/ 1404328 h 2571968"/>
              <a:gd name="connsiteX3" fmla="*/ 2772167 w 3516109"/>
              <a:gd name="connsiteY3" fmla="*/ 2566378 h 2571968"/>
              <a:gd name="connsiteX4" fmla="*/ 1572017 w 3516109"/>
              <a:gd name="connsiteY4" fmla="*/ 1861528 h 2571968"/>
              <a:gd name="connsiteX5" fmla="*/ 371867 w 3516109"/>
              <a:gd name="connsiteY5" fmla="*/ 2242528 h 2571968"/>
              <a:gd name="connsiteX6" fmla="*/ 162317 w 3516109"/>
              <a:gd name="connsiteY6" fmla="*/ 1118578 h 2571968"/>
              <a:gd name="connsiteX0" fmla="*/ 139541 w 3493333"/>
              <a:gd name="connsiteY0" fmla="*/ 1109787 h 2563177"/>
              <a:gd name="connsiteX1" fmla="*/ 2600801 w 3493333"/>
              <a:gd name="connsiteY1" fmla="*/ 50607 h 2563177"/>
              <a:gd name="connsiteX2" fmla="*/ 3492341 w 3493333"/>
              <a:gd name="connsiteY2" fmla="*/ 1395537 h 2563177"/>
              <a:gd name="connsiteX3" fmla="*/ 2749391 w 3493333"/>
              <a:gd name="connsiteY3" fmla="*/ 2557587 h 2563177"/>
              <a:gd name="connsiteX4" fmla="*/ 1549241 w 3493333"/>
              <a:gd name="connsiteY4" fmla="*/ 1852737 h 2563177"/>
              <a:gd name="connsiteX5" fmla="*/ 440531 w 3493333"/>
              <a:gd name="connsiteY5" fmla="*/ 2188017 h 2563177"/>
              <a:gd name="connsiteX6" fmla="*/ 139541 w 3493333"/>
              <a:gd name="connsiteY6" fmla="*/ 1109787 h 2563177"/>
              <a:gd name="connsiteX0" fmla="*/ 163892 w 3517684"/>
              <a:gd name="connsiteY0" fmla="*/ 1109787 h 2563177"/>
              <a:gd name="connsiteX1" fmla="*/ 2625152 w 3517684"/>
              <a:gd name="connsiteY1" fmla="*/ 50607 h 2563177"/>
              <a:gd name="connsiteX2" fmla="*/ 3516692 w 3517684"/>
              <a:gd name="connsiteY2" fmla="*/ 1395537 h 2563177"/>
              <a:gd name="connsiteX3" fmla="*/ 2773742 w 3517684"/>
              <a:gd name="connsiteY3" fmla="*/ 2557587 h 2563177"/>
              <a:gd name="connsiteX4" fmla="*/ 1573592 w 3517684"/>
              <a:gd name="connsiteY4" fmla="*/ 1852737 h 2563177"/>
              <a:gd name="connsiteX5" fmla="*/ 464882 w 3517684"/>
              <a:gd name="connsiteY5" fmla="*/ 2188017 h 2563177"/>
              <a:gd name="connsiteX6" fmla="*/ 163892 w 3517684"/>
              <a:gd name="connsiteY6" fmla="*/ 1109787 h 2563177"/>
              <a:gd name="connsiteX0" fmla="*/ 82749 w 3436541"/>
              <a:gd name="connsiteY0" fmla="*/ 1110091 h 2563481"/>
              <a:gd name="connsiteX1" fmla="*/ 2544009 w 3436541"/>
              <a:gd name="connsiteY1" fmla="*/ 50911 h 2563481"/>
              <a:gd name="connsiteX2" fmla="*/ 3435549 w 3436541"/>
              <a:gd name="connsiteY2" fmla="*/ 1395841 h 2563481"/>
              <a:gd name="connsiteX3" fmla="*/ 2692599 w 3436541"/>
              <a:gd name="connsiteY3" fmla="*/ 2557891 h 2563481"/>
              <a:gd name="connsiteX4" fmla="*/ 1492449 w 3436541"/>
              <a:gd name="connsiteY4" fmla="*/ 1853041 h 2563481"/>
              <a:gd name="connsiteX5" fmla="*/ 383739 w 3436541"/>
              <a:gd name="connsiteY5" fmla="*/ 2188321 h 2563481"/>
              <a:gd name="connsiteX6" fmla="*/ 82749 w 3436541"/>
              <a:gd name="connsiteY6" fmla="*/ 1110091 h 2563481"/>
              <a:gd name="connsiteX0" fmla="*/ 57039 w 3410900"/>
              <a:gd name="connsiteY0" fmla="*/ 1110091 h 2562627"/>
              <a:gd name="connsiteX1" fmla="*/ 2518299 w 3410900"/>
              <a:gd name="connsiteY1" fmla="*/ 50911 h 2562627"/>
              <a:gd name="connsiteX2" fmla="*/ 3409839 w 3410900"/>
              <a:gd name="connsiteY2" fmla="*/ 1395841 h 2562627"/>
              <a:gd name="connsiteX3" fmla="*/ 2666889 w 3410900"/>
              <a:gd name="connsiteY3" fmla="*/ 2557891 h 2562627"/>
              <a:gd name="connsiteX4" fmla="*/ 1283859 w 3410900"/>
              <a:gd name="connsiteY4" fmla="*/ 1822561 h 2562627"/>
              <a:gd name="connsiteX5" fmla="*/ 358029 w 3410900"/>
              <a:gd name="connsiteY5" fmla="*/ 2188321 h 2562627"/>
              <a:gd name="connsiteX6" fmla="*/ 57039 w 3410900"/>
              <a:gd name="connsiteY6" fmla="*/ 1110091 h 2562627"/>
              <a:gd name="connsiteX0" fmla="*/ 86841 w 3440702"/>
              <a:gd name="connsiteY0" fmla="*/ 1110091 h 2562627"/>
              <a:gd name="connsiteX1" fmla="*/ 2548101 w 3440702"/>
              <a:gd name="connsiteY1" fmla="*/ 50911 h 2562627"/>
              <a:gd name="connsiteX2" fmla="*/ 3439641 w 3440702"/>
              <a:gd name="connsiteY2" fmla="*/ 1395841 h 2562627"/>
              <a:gd name="connsiteX3" fmla="*/ 2696691 w 3440702"/>
              <a:gd name="connsiteY3" fmla="*/ 2557891 h 2562627"/>
              <a:gd name="connsiteX4" fmla="*/ 1313661 w 3440702"/>
              <a:gd name="connsiteY4" fmla="*/ 1822561 h 2562627"/>
              <a:gd name="connsiteX5" fmla="*/ 387831 w 3440702"/>
              <a:gd name="connsiteY5" fmla="*/ 2188321 h 2562627"/>
              <a:gd name="connsiteX6" fmla="*/ 86841 w 3440702"/>
              <a:gd name="connsiteY6" fmla="*/ 1110091 h 2562627"/>
              <a:gd name="connsiteX0" fmla="*/ 79129 w 3432990"/>
              <a:gd name="connsiteY0" fmla="*/ 1110091 h 2562627"/>
              <a:gd name="connsiteX1" fmla="*/ 2540389 w 3432990"/>
              <a:gd name="connsiteY1" fmla="*/ 50911 h 2562627"/>
              <a:gd name="connsiteX2" fmla="*/ 3431929 w 3432990"/>
              <a:gd name="connsiteY2" fmla="*/ 1395841 h 2562627"/>
              <a:gd name="connsiteX3" fmla="*/ 2688979 w 3432990"/>
              <a:gd name="connsiteY3" fmla="*/ 2557891 h 2562627"/>
              <a:gd name="connsiteX4" fmla="*/ 1305949 w 3432990"/>
              <a:gd name="connsiteY4" fmla="*/ 1822561 h 2562627"/>
              <a:gd name="connsiteX5" fmla="*/ 380119 w 3432990"/>
              <a:gd name="connsiteY5" fmla="*/ 2188321 h 2562627"/>
              <a:gd name="connsiteX6" fmla="*/ 79129 w 3432990"/>
              <a:gd name="connsiteY6" fmla="*/ 1110091 h 2562627"/>
              <a:gd name="connsiteX0" fmla="*/ 79129 w 3432990"/>
              <a:gd name="connsiteY0" fmla="*/ 1110091 h 2562043"/>
              <a:gd name="connsiteX1" fmla="*/ 2540389 w 3432990"/>
              <a:gd name="connsiteY1" fmla="*/ 50911 h 2562043"/>
              <a:gd name="connsiteX2" fmla="*/ 3431929 w 3432990"/>
              <a:gd name="connsiteY2" fmla="*/ 1395841 h 2562043"/>
              <a:gd name="connsiteX3" fmla="*/ 2688979 w 3432990"/>
              <a:gd name="connsiteY3" fmla="*/ 2557891 h 2562043"/>
              <a:gd name="connsiteX4" fmla="*/ 1305949 w 3432990"/>
              <a:gd name="connsiteY4" fmla="*/ 1822561 h 2562043"/>
              <a:gd name="connsiteX5" fmla="*/ 380119 w 3432990"/>
              <a:gd name="connsiteY5" fmla="*/ 2188321 h 2562043"/>
              <a:gd name="connsiteX6" fmla="*/ 79129 w 3432990"/>
              <a:gd name="connsiteY6" fmla="*/ 1110091 h 2562043"/>
              <a:gd name="connsiteX0" fmla="*/ 79129 w 3433048"/>
              <a:gd name="connsiteY0" fmla="*/ 1110091 h 2574990"/>
              <a:gd name="connsiteX1" fmla="*/ 2540389 w 3433048"/>
              <a:gd name="connsiteY1" fmla="*/ 50911 h 2574990"/>
              <a:gd name="connsiteX2" fmla="*/ 3431929 w 3433048"/>
              <a:gd name="connsiteY2" fmla="*/ 1395841 h 2574990"/>
              <a:gd name="connsiteX3" fmla="*/ 2688979 w 3433048"/>
              <a:gd name="connsiteY3" fmla="*/ 2557891 h 2574990"/>
              <a:gd name="connsiteX4" fmla="*/ 1305949 w 3433048"/>
              <a:gd name="connsiteY4" fmla="*/ 1822561 h 2574990"/>
              <a:gd name="connsiteX5" fmla="*/ 380119 w 3433048"/>
              <a:gd name="connsiteY5" fmla="*/ 2188321 h 2574990"/>
              <a:gd name="connsiteX6" fmla="*/ 79129 w 3433048"/>
              <a:gd name="connsiteY6" fmla="*/ 1110091 h 2574990"/>
              <a:gd name="connsiteX0" fmla="*/ 79129 w 3433628"/>
              <a:gd name="connsiteY0" fmla="*/ 1110091 h 2564852"/>
              <a:gd name="connsiteX1" fmla="*/ 2540389 w 3433628"/>
              <a:gd name="connsiteY1" fmla="*/ 50911 h 2564852"/>
              <a:gd name="connsiteX2" fmla="*/ 3431929 w 3433628"/>
              <a:gd name="connsiteY2" fmla="*/ 1395841 h 2564852"/>
              <a:gd name="connsiteX3" fmla="*/ 2688979 w 3433628"/>
              <a:gd name="connsiteY3" fmla="*/ 2557891 h 2564852"/>
              <a:gd name="connsiteX4" fmla="*/ 1305949 w 3433628"/>
              <a:gd name="connsiteY4" fmla="*/ 1822561 h 2564852"/>
              <a:gd name="connsiteX5" fmla="*/ 380119 w 3433628"/>
              <a:gd name="connsiteY5" fmla="*/ 2188321 h 2564852"/>
              <a:gd name="connsiteX6" fmla="*/ 79129 w 3433628"/>
              <a:gd name="connsiteY6" fmla="*/ 1110091 h 2564852"/>
              <a:gd name="connsiteX0" fmla="*/ 79129 w 3432791"/>
              <a:gd name="connsiteY0" fmla="*/ 1110091 h 2564852"/>
              <a:gd name="connsiteX1" fmla="*/ 2540389 w 3432791"/>
              <a:gd name="connsiteY1" fmla="*/ 50911 h 2564852"/>
              <a:gd name="connsiteX2" fmla="*/ 3431929 w 3432791"/>
              <a:gd name="connsiteY2" fmla="*/ 1395841 h 2564852"/>
              <a:gd name="connsiteX3" fmla="*/ 2688979 w 3432791"/>
              <a:gd name="connsiteY3" fmla="*/ 2557891 h 2564852"/>
              <a:gd name="connsiteX4" fmla="*/ 1305949 w 3432791"/>
              <a:gd name="connsiteY4" fmla="*/ 1822561 h 2564852"/>
              <a:gd name="connsiteX5" fmla="*/ 380119 w 3432791"/>
              <a:gd name="connsiteY5" fmla="*/ 2188321 h 2564852"/>
              <a:gd name="connsiteX6" fmla="*/ 79129 w 3432791"/>
              <a:gd name="connsiteY6" fmla="*/ 1110091 h 2564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2791" h="2564852">
                <a:moveTo>
                  <a:pt x="79129" y="1110091"/>
                </a:moveTo>
                <a:cubicBezTo>
                  <a:pt x="256294" y="746236"/>
                  <a:pt x="1585349" y="-232934"/>
                  <a:pt x="2540389" y="50911"/>
                </a:cubicBezTo>
                <a:cubicBezTo>
                  <a:pt x="3495429" y="334756"/>
                  <a:pt x="3414784" y="901811"/>
                  <a:pt x="3431929" y="1395841"/>
                </a:cubicBezTo>
                <a:cubicBezTo>
                  <a:pt x="3449074" y="1889871"/>
                  <a:pt x="3210949" y="2463911"/>
                  <a:pt x="2688979" y="2557891"/>
                </a:cubicBezTo>
                <a:cubicBezTo>
                  <a:pt x="2167009" y="2651871"/>
                  <a:pt x="1728859" y="1762236"/>
                  <a:pt x="1305949" y="1822561"/>
                </a:cubicBezTo>
                <a:cubicBezTo>
                  <a:pt x="905899" y="1768586"/>
                  <a:pt x="729369" y="2352786"/>
                  <a:pt x="380119" y="2188321"/>
                </a:cubicBezTo>
                <a:cubicBezTo>
                  <a:pt x="30869" y="2023856"/>
                  <a:pt x="-98036" y="1473946"/>
                  <a:pt x="79129" y="1110091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/>
              </a:gs>
              <a:gs pos="100000">
                <a:schemeClr val="accent5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59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C70505-D1AA-4364-858D-B65F8ECB3E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9845" y="1057703"/>
            <a:ext cx="5243016" cy="5459321"/>
          </a:xfrm>
          <a:prstGeom prst="rect">
            <a:avLst/>
          </a:prstGeom>
          <a:effectLst>
            <a:outerShdw blurRad="1270000" dist="2540000" dir="4200000" sx="85000" sy="85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E45C7800-2E72-496C-BDFD-0F0C030D9B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08306" y="1573579"/>
            <a:ext cx="3580479" cy="3352459"/>
          </a:xfrm>
          <a:custGeom>
            <a:avLst/>
            <a:gdLst>
              <a:gd name="connsiteX0" fmla="*/ 0 w 4933950"/>
              <a:gd name="connsiteY0" fmla="*/ 0 h 4565650"/>
              <a:gd name="connsiteX1" fmla="*/ 4933950 w 4933950"/>
              <a:gd name="connsiteY1" fmla="*/ 0 h 4565650"/>
              <a:gd name="connsiteX2" fmla="*/ 4933950 w 4933950"/>
              <a:gd name="connsiteY2" fmla="*/ 4565650 h 4565650"/>
              <a:gd name="connsiteX3" fmla="*/ 0 w 4933950"/>
              <a:gd name="connsiteY3" fmla="*/ 4565650 h 4565650"/>
              <a:gd name="connsiteX4" fmla="*/ 0 w 4933950"/>
              <a:gd name="connsiteY4" fmla="*/ 0 h 4565650"/>
              <a:gd name="connsiteX0" fmla="*/ 0 w 4933950"/>
              <a:gd name="connsiteY0" fmla="*/ 1364343 h 5929993"/>
              <a:gd name="connsiteX1" fmla="*/ 4803322 w 4933950"/>
              <a:gd name="connsiteY1" fmla="*/ 0 h 5929993"/>
              <a:gd name="connsiteX2" fmla="*/ 4933950 w 4933950"/>
              <a:gd name="connsiteY2" fmla="*/ 5929993 h 5929993"/>
              <a:gd name="connsiteX3" fmla="*/ 0 w 4933950"/>
              <a:gd name="connsiteY3" fmla="*/ 5929993 h 5929993"/>
              <a:gd name="connsiteX4" fmla="*/ 0 w 4933950"/>
              <a:gd name="connsiteY4" fmla="*/ 1364343 h 5929993"/>
              <a:gd name="connsiteX0" fmla="*/ 0 w 4933950"/>
              <a:gd name="connsiteY0" fmla="*/ 1204685 h 5770335"/>
              <a:gd name="connsiteX1" fmla="*/ 4817836 w 4933950"/>
              <a:gd name="connsiteY1" fmla="*/ 0 h 5770335"/>
              <a:gd name="connsiteX2" fmla="*/ 4933950 w 4933950"/>
              <a:gd name="connsiteY2" fmla="*/ 5770335 h 5770335"/>
              <a:gd name="connsiteX3" fmla="*/ 0 w 4933950"/>
              <a:gd name="connsiteY3" fmla="*/ 5770335 h 5770335"/>
              <a:gd name="connsiteX4" fmla="*/ 0 w 4933950"/>
              <a:gd name="connsiteY4" fmla="*/ 1204685 h 5770335"/>
              <a:gd name="connsiteX0" fmla="*/ 0 w 4933950"/>
              <a:gd name="connsiteY0" fmla="*/ 1103085 h 5668735"/>
              <a:gd name="connsiteX1" fmla="*/ 4774293 w 4933950"/>
              <a:gd name="connsiteY1" fmla="*/ 0 h 5668735"/>
              <a:gd name="connsiteX2" fmla="*/ 4933950 w 4933950"/>
              <a:gd name="connsiteY2" fmla="*/ 5668735 h 5668735"/>
              <a:gd name="connsiteX3" fmla="*/ 0 w 4933950"/>
              <a:gd name="connsiteY3" fmla="*/ 5668735 h 5668735"/>
              <a:gd name="connsiteX4" fmla="*/ 0 w 4933950"/>
              <a:gd name="connsiteY4" fmla="*/ 1103085 h 5668735"/>
              <a:gd name="connsiteX0" fmla="*/ 0 w 4933950"/>
              <a:gd name="connsiteY0" fmla="*/ 1045028 h 5610678"/>
              <a:gd name="connsiteX1" fmla="*/ 4803322 w 4933950"/>
              <a:gd name="connsiteY1" fmla="*/ 0 h 5610678"/>
              <a:gd name="connsiteX2" fmla="*/ 4933950 w 4933950"/>
              <a:gd name="connsiteY2" fmla="*/ 5610678 h 5610678"/>
              <a:gd name="connsiteX3" fmla="*/ 0 w 4933950"/>
              <a:gd name="connsiteY3" fmla="*/ 5610678 h 5610678"/>
              <a:gd name="connsiteX4" fmla="*/ 0 w 4933950"/>
              <a:gd name="connsiteY4" fmla="*/ 1045028 h 5610678"/>
              <a:gd name="connsiteX0" fmla="*/ 0 w 4933950"/>
              <a:gd name="connsiteY0" fmla="*/ 1059543 h 5625193"/>
              <a:gd name="connsiteX1" fmla="*/ 4803322 w 4933950"/>
              <a:gd name="connsiteY1" fmla="*/ 0 h 5625193"/>
              <a:gd name="connsiteX2" fmla="*/ 4933950 w 4933950"/>
              <a:gd name="connsiteY2" fmla="*/ 5625193 h 5625193"/>
              <a:gd name="connsiteX3" fmla="*/ 0 w 4933950"/>
              <a:gd name="connsiteY3" fmla="*/ 5625193 h 5625193"/>
              <a:gd name="connsiteX4" fmla="*/ 0 w 4933950"/>
              <a:gd name="connsiteY4" fmla="*/ 1059543 h 5625193"/>
              <a:gd name="connsiteX0" fmla="*/ 0 w 4933950"/>
              <a:gd name="connsiteY0" fmla="*/ 1074057 h 5639707"/>
              <a:gd name="connsiteX1" fmla="*/ 4774293 w 4933950"/>
              <a:gd name="connsiteY1" fmla="*/ 0 h 5639707"/>
              <a:gd name="connsiteX2" fmla="*/ 4933950 w 4933950"/>
              <a:gd name="connsiteY2" fmla="*/ 5639707 h 5639707"/>
              <a:gd name="connsiteX3" fmla="*/ 0 w 4933950"/>
              <a:gd name="connsiteY3" fmla="*/ 5639707 h 5639707"/>
              <a:gd name="connsiteX4" fmla="*/ 0 w 4933950"/>
              <a:gd name="connsiteY4" fmla="*/ 1074057 h 5639707"/>
              <a:gd name="connsiteX0" fmla="*/ 0 w 4933950"/>
              <a:gd name="connsiteY0" fmla="*/ 1103086 h 5668736"/>
              <a:gd name="connsiteX1" fmla="*/ 4803322 w 4933950"/>
              <a:gd name="connsiteY1" fmla="*/ 0 h 5668736"/>
              <a:gd name="connsiteX2" fmla="*/ 4933950 w 4933950"/>
              <a:gd name="connsiteY2" fmla="*/ 5668736 h 5668736"/>
              <a:gd name="connsiteX3" fmla="*/ 0 w 4933950"/>
              <a:gd name="connsiteY3" fmla="*/ 5668736 h 5668736"/>
              <a:gd name="connsiteX4" fmla="*/ 0 w 4933950"/>
              <a:gd name="connsiteY4" fmla="*/ 1103086 h 5668736"/>
              <a:gd name="connsiteX0" fmla="*/ 0 w 4977493"/>
              <a:gd name="connsiteY0" fmla="*/ 1103086 h 5813879"/>
              <a:gd name="connsiteX1" fmla="*/ 4803322 w 4977493"/>
              <a:gd name="connsiteY1" fmla="*/ 0 h 5813879"/>
              <a:gd name="connsiteX2" fmla="*/ 4977493 w 4977493"/>
              <a:gd name="connsiteY2" fmla="*/ 5813879 h 5813879"/>
              <a:gd name="connsiteX3" fmla="*/ 0 w 4977493"/>
              <a:gd name="connsiteY3" fmla="*/ 5668736 h 5813879"/>
              <a:gd name="connsiteX4" fmla="*/ 0 w 4977493"/>
              <a:gd name="connsiteY4" fmla="*/ 1103086 h 5813879"/>
              <a:gd name="connsiteX0" fmla="*/ 0 w 4992007"/>
              <a:gd name="connsiteY0" fmla="*/ 1103086 h 5871936"/>
              <a:gd name="connsiteX1" fmla="*/ 4803322 w 4992007"/>
              <a:gd name="connsiteY1" fmla="*/ 0 h 5871936"/>
              <a:gd name="connsiteX2" fmla="*/ 4992007 w 4992007"/>
              <a:gd name="connsiteY2" fmla="*/ 5871936 h 5871936"/>
              <a:gd name="connsiteX3" fmla="*/ 0 w 4992007"/>
              <a:gd name="connsiteY3" fmla="*/ 5668736 h 5871936"/>
              <a:gd name="connsiteX4" fmla="*/ 0 w 4992007"/>
              <a:gd name="connsiteY4" fmla="*/ 1103086 h 5871936"/>
              <a:gd name="connsiteX0" fmla="*/ 0 w 5035550"/>
              <a:gd name="connsiteY0" fmla="*/ 1103086 h 5886450"/>
              <a:gd name="connsiteX1" fmla="*/ 4803322 w 5035550"/>
              <a:gd name="connsiteY1" fmla="*/ 0 h 5886450"/>
              <a:gd name="connsiteX2" fmla="*/ 5035550 w 5035550"/>
              <a:gd name="connsiteY2" fmla="*/ 5886450 h 5886450"/>
              <a:gd name="connsiteX3" fmla="*/ 0 w 5035550"/>
              <a:gd name="connsiteY3" fmla="*/ 5668736 h 5886450"/>
              <a:gd name="connsiteX4" fmla="*/ 0 w 5035550"/>
              <a:gd name="connsiteY4" fmla="*/ 1103086 h 5886450"/>
              <a:gd name="connsiteX0" fmla="*/ 0 w 5064579"/>
              <a:gd name="connsiteY0" fmla="*/ 1103086 h 5886450"/>
              <a:gd name="connsiteX1" fmla="*/ 4803322 w 5064579"/>
              <a:gd name="connsiteY1" fmla="*/ 0 h 5886450"/>
              <a:gd name="connsiteX2" fmla="*/ 5064579 w 5064579"/>
              <a:gd name="connsiteY2" fmla="*/ 5886450 h 5886450"/>
              <a:gd name="connsiteX3" fmla="*/ 0 w 5064579"/>
              <a:gd name="connsiteY3" fmla="*/ 5668736 h 5886450"/>
              <a:gd name="connsiteX4" fmla="*/ 0 w 5064579"/>
              <a:gd name="connsiteY4" fmla="*/ 1103086 h 5886450"/>
              <a:gd name="connsiteX0" fmla="*/ 14515 w 5079094"/>
              <a:gd name="connsiteY0" fmla="*/ 1103086 h 5900964"/>
              <a:gd name="connsiteX1" fmla="*/ 4817837 w 5079094"/>
              <a:gd name="connsiteY1" fmla="*/ 0 h 5900964"/>
              <a:gd name="connsiteX2" fmla="*/ 5079094 w 5079094"/>
              <a:gd name="connsiteY2" fmla="*/ 5886450 h 5900964"/>
              <a:gd name="connsiteX3" fmla="*/ 0 w 5079094"/>
              <a:gd name="connsiteY3" fmla="*/ 5900964 h 5900964"/>
              <a:gd name="connsiteX4" fmla="*/ 14515 w 5079094"/>
              <a:gd name="connsiteY4" fmla="*/ 1103086 h 5900964"/>
              <a:gd name="connsiteX0" fmla="*/ 116115 w 5180694"/>
              <a:gd name="connsiteY0" fmla="*/ 1103086 h 5886450"/>
              <a:gd name="connsiteX1" fmla="*/ 4919437 w 5180694"/>
              <a:gd name="connsiteY1" fmla="*/ 0 h 5886450"/>
              <a:gd name="connsiteX2" fmla="*/ 5180694 w 5180694"/>
              <a:gd name="connsiteY2" fmla="*/ 5886450 h 5886450"/>
              <a:gd name="connsiteX3" fmla="*/ 0 w 5180694"/>
              <a:gd name="connsiteY3" fmla="*/ 5857421 h 5886450"/>
              <a:gd name="connsiteX4" fmla="*/ 116115 w 5180694"/>
              <a:gd name="connsiteY4" fmla="*/ 1103086 h 5886450"/>
              <a:gd name="connsiteX0" fmla="*/ 101601 w 5166180"/>
              <a:gd name="connsiteY0" fmla="*/ 1103086 h 5886450"/>
              <a:gd name="connsiteX1" fmla="*/ 4904923 w 5166180"/>
              <a:gd name="connsiteY1" fmla="*/ 0 h 5886450"/>
              <a:gd name="connsiteX2" fmla="*/ 5166180 w 5166180"/>
              <a:gd name="connsiteY2" fmla="*/ 5886450 h 5886450"/>
              <a:gd name="connsiteX3" fmla="*/ 0 w 5166180"/>
              <a:gd name="connsiteY3" fmla="*/ 5755821 h 5886450"/>
              <a:gd name="connsiteX4" fmla="*/ 101601 w 5166180"/>
              <a:gd name="connsiteY4" fmla="*/ 1103086 h 5886450"/>
              <a:gd name="connsiteX0" fmla="*/ 72572 w 5137151"/>
              <a:gd name="connsiteY0" fmla="*/ 1103086 h 5886450"/>
              <a:gd name="connsiteX1" fmla="*/ 4875894 w 5137151"/>
              <a:gd name="connsiteY1" fmla="*/ 0 h 5886450"/>
              <a:gd name="connsiteX2" fmla="*/ 5137151 w 5137151"/>
              <a:gd name="connsiteY2" fmla="*/ 5886450 h 5886450"/>
              <a:gd name="connsiteX3" fmla="*/ 0 w 5137151"/>
              <a:gd name="connsiteY3" fmla="*/ 5813879 h 5886450"/>
              <a:gd name="connsiteX4" fmla="*/ 72572 w 5137151"/>
              <a:gd name="connsiteY4" fmla="*/ 1103086 h 5886450"/>
              <a:gd name="connsiteX0" fmla="*/ 14515 w 5079094"/>
              <a:gd name="connsiteY0" fmla="*/ 1103086 h 5886450"/>
              <a:gd name="connsiteX1" fmla="*/ 4817837 w 5079094"/>
              <a:gd name="connsiteY1" fmla="*/ 0 h 5886450"/>
              <a:gd name="connsiteX2" fmla="*/ 5079094 w 5079094"/>
              <a:gd name="connsiteY2" fmla="*/ 5886450 h 5886450"/>
              <a:gd name="connsiteX3" fmla="*/ 0 w 5079094"/>
              <a:gd name="connsiteY3" fmla="*/ 5770336 h 5886450"/>
              <a:gd name="connsiteX4" fmla="*/ 14515 w 5079094"/>
              <a:gd name="connsiteY4" fmla="*/ 1103086 h 5886450"/>
              <a:gd name="connsiteX0" fmla="*/ 87086 w 5151665"/>
              <a:gd name="connsiteY0" fmla="*/ 1103086 h 5886450"/>
              <a:gd name="connsiteX1" fmla="*/ 4890408 w 5151665"/>
              <a:gd name="connsiteY1" fmla="*/ 0 h 5886450"/>
              <a:gd name="connsiteX2" fmla="*/ 5151665 w 5151665"/>
              <a:gd name="connsiteY2" fmla="*/ 5886450 h 5886450"/>
              <a:gd name="connsiteX3" fmla="*/ 0 w 5151665"/>
              <a:gd name="connsiteY3" fmla="*/ 5813879 h 5886450"/>
              <a:gd name="connsiteX4" fmla="*/ 87086 w 5151665"/>
              <a:gd name="connsiteY4" fmla="*/ 1103086 h 5886450"/>
              <a:gd name="connsiteX0" fmla="*/ 29029 w 5151665"/>
              <a:gd name="connsiteY0" fmla="*/ 1117600 h 5886450"/>
              <a:gd name="connsiteX1" fmla="*/ 4890408 w 5151665"/>
              <a:gd name="connsiteY1" fmla="*/ 0 h 5886450"/>
              <a:gd name="connsiteX2" fmla="*/ 5151665 w 5151665"/>
              <a:gd name="connsiteY2" fmla="*/ 5886450 h 5886450"/>
              <a:gd name="connsiteX3" fmla="*/ 0 w 5151665"/>
              <a:gd name="connsiteY3" fmla="*/ 5813879 h 5886450"/>
              <a:gd name="connsiteX4" fmla="*/ 29029 w 5151665"/>
              <a:gd name="connsiteY4" fmla="*/ 1117600 h 5886450"/>
              <a:gd name="connsiteX0" fmla="*/ 29029 w 5151665"/>
              <a:gd name="connsiteY0" fmla="*/ 1117600 h 5886450"/>
              <a:gd name="connsiteX1" fmla="*/ 4890408 w 5151665"/>
              <a:gd name="connsiteY1" fmla="*/ 0 h 5886450"/>
              <a:gd name="connsiteX2" fmla="*/ 5151665 w 5151665"/>
              <a:gd name="connsiteY2" fmla="*/ 5886450 h 5886450"/>
              <a:gd name="connsiteX3" fmla="*/ 0 w 5151665"/>
              <a:gd name="connsiteY3" fmla="*/ 5813879 h 5886450"/>
              <a:gd name="connsiteX4" fmla="*/ 29029 w 5151665"/>
              <a:gd name="connsiteY4" fmla="*/ 1117600 h 5886450"/>
              <a:gd name="connsiteX0" fmla="*/ 0 w 5166179"/>
              <a:gd name="connsiteY0" fmla="*/ 1175657 h 5886450"/>
              <a:gd name="connsiteX1" fmla="*/ 4904922 w 5166179"/>
              <a:gd name="connsiteY1" fmla="*/ 0 h 5886450"/>
              <a:gd name="connsiteX2" fmla="*/ 5166179 w 5166179"/>
              <a:gd name="connsiteY2" fmla="*/ 5886450 h 5886450"/>
              <a:gd name="connsiteX3" fmla="*/ 14514 w 5166179"/>
              <a:gd name="connsiteY3" fmla="*/ 5813879 h 5886450"/>
              <a:gd name="connsiteX4" fmla="*/ 0 w 5166179"/>
              <a:gd name="connsiteY4" fmla="*/ 1175657 h 5886450"/>
              <a:gd name="connsiteX0" fmla="*/ 38826 w 5151665"/>
              <a:gd name="connsiteY0" fmla="*/ 1160417 h 5886450"/>
              <a:gd name="connsiteX1" fmla="*/ 4890408 w 5151665"/>
              <a:gd name="connsiteY1" fmla="*/ 0 h 5886450"/>
              <a:gd name="connsiteX2" fmla="*/ 5151665 w 5151665"/>
              <a:gd name="connsiteY2" fmla="*/ 5886450 h 5886450"/>
              <a:gd name="connsiteX3" fmla="*/ 0 w 5151665"/>
              <a:gd name="connsiteY3" fmla="*/ 5813879 h 5886450"/>
              <a:gd name="connsiteX4" fmla="*/ 38826 w 5151665"/>
              <a:gd name="connsiteY4" fmla="*/ 1160417 h 5886450"/>
              <a:gd name="connsiteX0" fmla="*/ 23586 w 5151665"/>
              <a:gd name="connsiteY0" fmla="*/ 1160417 h 5886450"/>
              <a:gd name="connsiteX1" fmla="*/ 4890408 w 5151665"/>
              <a:gd name="connsiteY1" fmla="*/ 0 h 5886450"/>
              <a:gd name="connsiteX2" fmla="*/ 5151665 w 5151665"/>
              <a:gd name="connsiteY2" fmla="*/ 5886450 h 5886450"/>
              <a:gd name="connsiteX3" fmla="*/ 0 w 5151665"/>
              <a:gd name="connsiteY3" fmla="*/ 5813879 h 5886450"/>
              <a:gd name="connsiteX4" fmla="*/ 23586 w 5151665"/>
              <a:gd name="connsiteY4" fmla="*/ 1160417 h 5886450"/>
              <a:gd name="connsiteX0" fmla="*/ 726 w 5151665"/>
              <a:gd name="connsiteY0" fmla="*/ 1145177 h 5886450"/>
              <a:gd name="connsiteX1" fmla="*/ 4890408 w 5151665"/>
              <a:gd name="connsiteY1" fmla="*/ 0 h 5886450"/>
              <a:gd name="connsiteX2" fmla="*/ 5151665 w 5151665"/>
              <a:gd name="connsiteY2" fmla="*/ 5886450 h 5886450"/>
              <a:gd name="connsiteX3" fmla="*/ 0 w 5151665"/>
              <a:gd name="connsiteY3" fmla="*/ 5813879 h 5886450"/>
              <a:gd name="connsiteX4" fmla="*/ 726 w 5151665"/>
              <a:gd name="connsiteY4" fmla="*/ 1145177 h 5886450"/>
              <a:gd name="connsiteX0" fmla="*/ 15966 w 5151665"/>
              <a:gd name="connsiteY0" fmla="*/ 1137557 h 5886450"/>
              <a:gd name="connsiteX1" fmla="*/ 4890408 w 5151665"/>
              <a:gd name="connsiteY1" fmla="*/ 0 h 5886450"/>
              <a:gd name="connsiteX2" fmla="*/ 5151665 w 5151665"/>
              <a:gd name="connsiteY2" fmla="*/ 5886450 h 5886450"/>
              <a:gd name="connsiteX3" fmla="*/ 0 w 5151665"/>
              <a:gd name="connsiteY3" fmla="*/ 5813879 h 5886450"/>
              <a:gd name="connsiteX4" fmla="*/ 15966 w 5151665"/>
              <a:gd name="connsiteY4" fmla="*/ 1137557 h 5886450"/>
              <a:gd name="connsiteX0" fmla="*/ 15966 w 5151665"/>
              <a:gd name="connsiteY0" fmla="*/ 1137557 h 5886450"/>
              <a:gd name="connsiteX1" fmla="*/ 4890408 w 5151665"/>
              <a:gd name="connsiteY1" fmla="*/ 0 h 5886450"/>
              <a:gd name="connsiteX2" fmla="*/ 5151665 w 5151665"/>
              <a:gd name="connsiteY2" fmla="*/ 5886450 h 5886450"/>
              <a:gd name="connsiteX3" fmla="*/ 0 w 5151665"/>
              <a:gd name="connsiteY3" fmla="*/ 5813879 h 5886450"/>
              <a:gd name="connsiteX4" fmla="*/ 15966 w 5151665"/>
              <a:gd name="connsiteY4" fmla="*/ 1137557 h 5886450"/>
              <a:gd name="connsiteX0" fmla="*/ 15966 w 5126265"/>
              <a:gd name="connsiteY0" fmla="*/ 1137557 h 5899150"/>
              <a:gd name="connsiteX1" fmla="*/ 4890408 w 5126265"/>
              <a:gd name="connsiteY1" fmla="*/ 0 h 5899150"/>
              <a:gd name="connsiteX2" fmla="*/ 5126265 w 5126265"/>
              <a:gd name="connsiteY2" fmla="*/ 5899150 h 5899150"/>
              <a:gd name="connsiteX3" fmla="*/ 0 w 5126265"/>
              <a:gd name="connsiteY3" fmla="*/ 5813879 h 5899150"/>
              <a:gd name="connsiteX4" fmla="*/ 15966 w 5126265"/>
              <a:gd name="connsiteY4" fmla="*/ 1137557 h 5899150"/>
              <a:gd name="connsiteX0" fmla="*/ 15966 w 5138965"/>
              <a:gd name="connsiteY0" fmla="*/ 1137557 h 5899150"/>
              <a:gd name="connsiteX1" fmla="*/ 4890408 w 5138965"/>
              <a:gd name="connsiteY1" fmla="*/ 0 h 5899150"/>
              <a:gd name="connsiteX2" fmla="*/ 5138965 w 5138965"/>
              <a:gd name="connsiteY2" fmla="*/ 5899150 h 5899150"/>
              <a:gd name="connsiteX3" fmla="*/ 0 w 5138965"/>
              <a:gd name="connsiteY3" fmla="*/ 5813879 h 5899150"/>
              <a:gd name="connsiteX4" fmla="*/ 15966 w 5138965"/>
              <a:gd name="connsiteY4" fmla="*/ 1137557 h 5899150"/>
              <a:gd name="connsiteX0" fmla="*/ 15966 w 5138965"/>
              <a:gd name="connsiteY0" fmla="*/ 1156607 h 5918200"/>
              <a:gd name="connsiteX1" fmla="*/ 4884058 w 5138965"/>
              <a:gd name="connsiteY1" fmla="*/ 0 h 5918200"/>
              <a:gd name="connsiteX2" fmla="*/ 5138965 w 5138965"/>
              <a:gd name="connsiteY2" fmla="*/ 5918200 h 5918200"/>
              <a:gd name="connsiteX3" fmla="*/ 0 w 5138965"/>
              <a:gd name="connsiteY3" fmla="*/ 5832929 h 5918200"/>
              <a:gd name="connsiteX4" fmla="*/ 15966 w 5138965"/>
              <a:gd name="connsiteY4" fmla="*/ 1156607 h 5918200"/>
              <a:gd name="connsiteX0" fmla="*/ 3266 w 5126265"/>
              <a:gd name="connsiteY0" fmla="*/ 1156607 h 5918200"/>
              <a:gd name="connsiteX1" fmla="*/ 4871358 w 5126265"/>
              <a:gd name="connsiteY1" fmla="*/ 0 h 5918200"/>
              <a:gd name="connsiteX2" fmla="*/ 5126265 w 5126265"/>
              <a:gd name="connsiteY2" fmla="*/ 5918200 h 5918200"/>
              <a:gd name="connsiteX3" fmla="*/ 0 w 5126265"/>
              <a:gd name="connsiteY3" fmla="*/ 5839279 h 5918200"/>
              <a:gd name="connsiteX4" fmla="*/ 3266 w 5126265"/>
              <a:gd name="connsiteY4" fmla="*/ 1156607 h 5918200"/>
              <a:gd name="connsiteX0" fmla="*/ 0 w 5122999"/>
              <a:gd name="connsiteY0" fmla="*/ 1156607 h 5918200"/>
              <a:gd name="connsiteX1" fmla="*/ 4868092 w 5122999"/>
              <a:gd name="connsiteY1" fmla="*/ 0 h 5918200"/>
              <a:gd name="connsiteX2" fmla="*/ 5122999 w 5122999"/>
              <a:gd name="connsiteY2" fmla="*/ 5918200 h 5918200"/>
              <a:gd name="connsiteX3" fmla="*/ 9434 w 5122999"/>
              <a:gd name="connsiteY3" fmla="*/ 5864679 h 5918200"/>
              <a:gd name="connsiteX4" fmla="*/ 0 w 5122999"/>
              <a:gd name="connsiteY4" fmla="*/ 1156607 h 5918200"/>
              <a:gd name="connsiteX0" fmla="*/ 0 w 5122999"/>
              <a:gd name="connsiteY0" fmla="*/ 1156607 h 5918200"/>
              <a:gd name="connsiteX1" fmla="*/ 4868092 w 5122999"/>
              <a:gd name="connsiteY1" fmla="*/ 0 h 5918200"/>
              <a:gd name="connsiteX2" fmla="*/ 5122999 w 5122999"/>
              <a:gd name="connsiteY2" fmla="*/ 5918200 h 5918200"/>
              <a:gd name="connsiteX3" fmla="*/ 3084 w 5122999"/>
              <a:gd name="connsiteY3" fmla="*/ 5858329 h 5918200"/>
              <a:gd name="connsiteX4" fmla="*/ 0 w 5122999"/>
              <a:gd name="connsiteY4" fmla="*/ 1156607 h 5918200"/>
              <a:gd name="connsiteX0" fmla="*/ 0 w 5122999"/>
              <a:gd name="connsiteY0" fmla="*/ 1156607 h 5918200"/>
              <a:gd name="connsiteX1" fmla="*/ 4868092 w 5122999"/>
              <a:gd name="connsiteY1" fmla="*/ 0 h 5918200"/>
              <a:gd name="connsiteX2" fmla="*/ 5122999 w 5122999"/>
              <a:gd name="connsiteY2" fmla="*/ 5918200 h 5918200"/>
              <a:gd name="connsiteX3" fmla="*/ 3084 w 5122999"/>
              <a:gd name="connsiteY3" fmla="*/ 5845629 h 5918200"/>
              <a:gd name="connsiteX4" fmla="*/ 0 w 5122999"/>
              <a:gd name="connsiteY4" fmla="*/ 1156607 h 5918200"/>
              <a:gd name="connsiteX0" fmla="*/ 0 w 5122999"/>
              <a:gd name="connsiteY0" fmla="*/ 1093107 h 5854700"/>
              <a:gd name="connsiteX1" fmla="*/ 5007792 w 5122999"/>
              <a:gd name="connsiteY1" fmla="*/ 0 h 5854700"/>
              <a:gd name="connsiteX2" fmla="*/ 5122999 w 5122999"/>
              <a:gd name="connsiteY2" fmla="*/ 5854700 h 5854700"/>
              <a:gd name="connsiteX3" fmla="*/ 3084 w 5122999"/>
              <a:gd name="connsiteY3" fmla="*/ 5782129 h 5854700"/>
              <a:gd name="connsiteX4" fmla="*/ 0 w 5122999"/>
              <a:gd name="connsiteY4" fmla="*/ 1093107 h 5854700"/>
              <a:gd name="connsiteX0" fmla="*/ 0 w 5122999"/>
              <a:gd name="connsiteY0" fmla="*/ 1012144 h 5773737"/>
              <a:gd name="connsiteX1" fmla="*/ 5074467 w 5122999"/>
              <a:gd name="connsiteY1" fmla="*/ 0 h 5773737"/>
              <a:gd name="connsiteX2" fmla="*/ 5122999 w 5122999"/>
              <a:gd name="connsiteY2" fmla="*/ 5773737 h 5773737"/>
              <a:gd name="connsiteX3" fmla="*/ 3084 w 5122999"/>
              <a:gd name="connsiteY3" fmla="*/ 5701166 h 5773737"/>
              <a:gd name="connsiteX4" fmla="*/ 0 w 5122999"/>
              <a:gd name="connsiteY4" fmla="*/ 1012144 h 5773737"/>
              <a:gd name="connsiteX0" fmla="*/ 0 w 5126855"/>
              <a:gd name="connsiteY0" fmla="*/ 969282 h 5730875"/>
              <a:gd name="connsiteX1" fmla="*/ 5126855 w 5126855"/>
              <a:gd name="connsiteY1" fmla="*/ 0 h 5730875"/>
              <a:gd name="connsiteX2" fmla="*/ 5122999 w 5126855"/>
              <a:gd name="connsiteY2" fmla="*/ 5730875 h 5730875"/>
              <a:gd name="connsiteX3" fmla="*/ 3084 w 5126855"/>
              <a:gd name="connsiteY3" fmla="*/ 5658304 h 5730875"/>
              <a:gd name="connsiteX4" fmla="*/ 0 w 5126855"/>
              <a:gd name="connsiteY4" fmla="*/ 969282 h 5730875"/>
              <a:gd name="connsiteX0" fmla="*/ 0 w 5198292"/>
              <a:gd name="connsiteY0" fmla="*/ 878794 h 5640387"/>
              <a:gd name="connsiteX1" fmla="*/ 5198292 w 5198292"/>
              <a:gd name="connsiteY1" fmla="*/ 0 h 5640387"/>
              <a:gd name="connsiteX2" fmla="*/ 5122999 w 5198292"/>
              <a:gd name="connsiteY2" fmla="*/ 5640387 h 5640387"/>
              <a:gd name="connsiteX3" fmla="*/ 3084 w 5198292"/>
              <a:gd name="connsiteY3" fmla="*/ 5567816 h 5640387"/>
              <a:gd name="connsiteX4" fmla="*/ 0 w 5198292"/>
              <a:gd name="connsiteY4" fmla="*/ 878794 h 5640387"/>
              <a:gd name="connsiteX0" fmla="*/ 0 w 5212580"/>
              <a:gd name="connsiteY0" fmla="*/ 874032 h 5635625"/>
              <a:gd name="connsiteX1" fmla="*/ 5212580 w 5212580"/>
              <a:gd name="connsiteY1" fmla="*/ 0 h 5635625"/>
              <a:gd name="connsiteX2" fmla="*/ 5122999 w 5212580"/>
              <a:gd name="connsiteY2" fmla="*/ 5635625 h 5635625"/>
              <a:gd name="connsiteX3" fmla="*/ 3084 w 5212580"/>
              <a:gd name="connsiteY3" fmla="*/ 5563054 h 5635625"/>
              <a:gd name="connsiteX4" fmla="*/ 0 w 5212580"/>
              <a:gd name="connsiteY4" fmla="*/ 874032 h 5635625"/>
              <a:gd name="connsiteX0" fmla="*/ 0 w 5417368"/>
              <a:gd name="connsiteY0" fmla="*/ 769257 h 5635625"/>
              <a:gd name="connsiteX1" fmla="*/ 5417368 w 5417368"/>
              <a:gd name="connsiteY1" fmla="*/ 0 h 5635625"/>
              <a:gd name="connsiteX2" fmla="*/ 5327787 w 5417368"/>
              <a:gd name="connsiteY2" fmla="*/ 5635625 h 5635625"/>
              <a:gd name="connsiteX3" fmla="*/ 207872 w 5417368"/>
              <a:gd name="connsiteY3" fmla="*/ 5563054 h 5635625"/>
              <a:gd name="connsiteX4" fmla="*/ 0 w 5417368"/>
              <a:gd name="connsiteY4" fmla="*/ 769257 h 5635625"/>
              <a:gd name="connsiteX0" fmla="*/ 0 w 5722168"/>
              <a:gd name="connsiteY0" fmla="*/ 654957 h 5635625"/>
              <a:gd name="connsiteX1" fmla="*/ 5722168 w 5722168"/>
              <a:gd name="connsiteY1" fmla="*/ 0 h 5635625"/>
              <a:gd name="connsiteX2" fmla="*/ 5632587 w 5722168"/>
              <a:gd name="connsiteY2" fmla="*/ 5635625 h 5635625"/>
              <a:gd name="connsiteX3" fmla="*/ 512672 w 5722168"/>
              <a:gd name="connsiteY3" fmla="*/ 5563054 h 5635625"/>
              <a:gd name="connsiteX4" fmla="*/ 0 w 5722168"/>
              <a:gd name="connsiteY4" fmla="*/ 654957 h 5635625"/>
              <a:gd name="connsiteX0" fmla="*/ 0 w 5712643"/>
              <a:gd name="connsiteY0" fmla="*/ 597807 h 5635625"/>
              <a:gd name="connsiteX1" fmla="*/ 5712643 w 5712643"/>
              <a:gd name="connsiteY1" fmla="*/ 0 h 5635625"/>
              <a:gd name="connsiteX2" fmla="*/ 5623062 w 5712643"/>
              <a:gd name="connsiteY2" fmla="*/ 5635625 h 5635625"/>
              <a:gd name="connsiteX3" fmla="*/ 503147 w 5712643"/>
              <a:gd name="connsiteY3" fmla="*/ 5563054 h 5635625"/>
              <a:gd name="connsiteX4" fmla="*/ 0 w 5712643"/>
              <a:gd name="connsiteY4" fmla="*/ 597807 h 5635625"/>
              <a:gd name="connsiteX0" fmla="*/ 0 w 5731693"/>
              <a:gd name="connsiteY0" fmla="*/ 569232 h 5635625"/>
              <a:gd name="connsiteX1" fmla="*/ 5731693 w 5731693"/>
              <a:gd name="connsiteY1" fmla="*/ 0 h 5635625"/>
              <a:gd name="connsiteX2" fmla="*/ 5642112 w 5731693"/>
              <a:gd name="connsiteY2" fmla="*/ 5635625 h 5635625"/>
              <a:gd name="connsiteX3" fmla="*/ 522197 w 5731693"/>
              <a:gd name="connsiteY3" fmla="*/ 5563054 h 5635625"/>
              <a:gd name="connsiteX4" fmla="*/ 0 w 5731693"/>
              <a:gd name="connsiteY4" fmla="*/ 569232 h 5635625"/>
              <a:gd name="connsiteX0" fmla="*/ 0 w 5731693"/>
              <a:gd name="connsiteY0" fmla="*/ 569232 h 5635625"/>
              <a:gd name="connsiteX1" fmla="*/ 5731693 w 5731693"/>
              <a:gd name="connsiteY1" fmla="*/ 0 h 5635625"/>
              <a:gd name="connsiteX2" fmla="*/ 5642112 w 5731693"/>
              <a:gd name="connsiteY2" fmla="*/ 5635625 h 5635625"/>
              <a:gd name="connsiteX3" fmla="*/ 522197 w 5731693"/>
              <a:gd name="connsiteY3" fmla="*/ 5563054 h 5635625"/>
              <a:gd name="connsiteX4" fmla="*/ 0 w 5731693"/>
              <a:gd name="connsiteY4" fmla="*/ 569232 h 5635625"/>
              <a:gd name="connsiteX0" fmla="*/ 0 w 5731693"/>
              <a:gd name="connsiteY0" fmla="*/ 569232 h 5635625"/>
              <a:gd name="connsiteX1" fmla="*/ 5731693 w 5731693"/>
              <a:gd name="connsiteY1" fmla="*/ 0 h 5635625"/>
              <a:gd name="connsiteX2" fmla="*/ 5642112 w 5731693"/>
              <a:gd name="connsiteY2" fmla="*/ 5635625 h 5635625"/>
              <a:gd name="connsiteX3" fmla="*/ 403135 w 5731693"/>
              <a:gd name="connsiteY3" fmla="*/ 5520191 h 5635625"/>
              <a:gd name="connsiteX4" fmla="*/ 0 w 5731693"/>
              <a:gd name="connsiteY4" fmla="*/ 569232 h 5635625"/>
              <a:gd name="connsiteX0" fmla="*/ 0 w 5731693"/>
              <a:gd name="connsiteY0" fmla="*/ 569232 h 5635625"/>
              <a:gd name="connsiteX1" fmla="*/ 5731693 w 5731693"/>
              <a:gd name="connsiteY1" fmla="*/ 0 h 5635625"/>
              <a:gd name="connsiteX2" fmla="*/ 5642112 w 5731693"/>
              <a:gd name="connsiteY2" fmla="*/ 5635625 h 5635625"/>
              <a:gd name="connsiteX3" fmla="*/ 317410 w 5731693"/>
              <a:gd name="connsiteY3" fmla="*/ 5429704 h 5635625"/>
              <a:gd name="connsiteX4" fmla="*/ 0 w 5731693"/>
              <a:gd name="connsiteY4" fmla="*/ 569232 h 5635625"/>
              <a:gd name="connsiteX0" fmla="*/ 0 w 5731693"/>
              <a:gd name="connsiteY0" fmla="*/ 569232 h 5635625"/>
              <a:gd name="connsiteX1" fmla="*/ 5731693 w 5731693"/>
              <a:gd name="connsiteY1" fmla="*/ 0 h 5635625"/>
              <a:gd name="connsiteX2" fmla="*/ 5642112 w 5731693"/>
              <a:gd name="connsiteY2" fmla="*/ 5635625 h 5635625"/>
              <a:gd name="connsiteX3" fmla="*/ 274547 w 5731693"/>
              <a:gd name="connsiteY3" fmla="*/ 5420179 h 5635625"/>
              <a:gd name="connsiteX4" fmla="*/ 0 w 5731693"/>
              <a:gd name="connsiteY4" fmla="*/ 569232 h 5635625"/>
              <a:gd name="connsiteX0" fmla="*/ 0 w 5731693"/>
              <a:gd name="connsiteY0" fmla="*/ 569232 h 5635625"/>
              <a:gd name="connsiteX1" fmla="*/ 5731693 w 5731693"/>
              <a:gd name="connsiteY1" fmla="*/ 0 h 5635625"/>
              <a:gd name="connsiteX2" fmla="*/ 5642112 w 5731693"/>
              <a:gd name="connsiteY2" fmla="*/ 5635625 h 5635625"/>
              <a:gd name="connsiteX3" fmla="*/ 188822 w 5731693"/>
              <a:gd name="connsiteY3" fmla="*/ 5382079 h 5635625"/>
              <a:gd name="connsiteX4" fmla="*/ 0 w 5731693"/>
              <a:gd name="connsiteY4" fmla="*/ 569232 h 5635625"/>
              <a:gd name="connsiteX0" fmla="*/ 0 w 5731693"/>
              <a:gd name="connsiteY0" fmla="*/ 569232 h 5635625"/>
              <a:gd name="connsiteX1" fmla="*/ 5731693 w 5731693"/>
              <a:gd name="connsiteY1" fmla="*/ 0 h 5635625"/>
              <a:gd name="connsiteX2" fmla="*/ 5642112 w 5731693"/>
              <a:gd name="connsiteY2" fmla="*/ 5635625 h 5635625"/>
              <a:gd name="connsiteX3" fmla="*/ 136435 w 5731693"/>
              <a:gd name="connsiteY3" fmla="*/ 5291591 h 5635625"/>
              <a:gd name="connsiteX4" fmla="*/ 0 w 5731693"/>
              <a:gd name="connsiteY4" fmla="*/ 569232 h 5635625"/>
              <a:gd name="connsiteX0" fmla="*/ 0 w 5731693"/>
              <a:gd name="connsiteY0" fmla="*/ 569232 h 5635625"/>
              <a:gd name="connsiteX1" fmla="*/ 5731693 w 5731693"/>
              <a:gd name="connsiteY1" fmla="*/ 0 h 5635625"/>
              <a:gd name="connsiteX2" fmla="*/ 5642112 w 5731693"/>
              <a:gd name="connsiteY2" fmla="*/ 5635625 h 5635625"/>
              <a:gd name="connsiteX3" fmla="*/ 155485 w 5731693"/>
              <a:gd name="connsiteY3" fmla="*/ 5277304 h 5635625"/>
              <a:gd name="connsiteX4" fmla="*/ 0 w 5731693"/>
              <a:gd name="connsiteY4" fmla="*/ 569232 h 5635625"/>
              <a:gd name="connsiteX0" fmla="*/ 0 w 5731693"/>
              <a:gd name="connsiteY0" fmla="*/ 569232 h 5635625"/>
              <a:gd name="connsiteX1" fmla="*/ 5731693 w 5731693"/>
              <a:gd name="connsiteY1" fmla="*/ 0 h 5635625"/>
              <a:gd name="connsiteX2" fmla="*/ 5642112 w 5731693"/>
              <a:gd name="connsiteY2" fmla="*/ 5635625 h 5635625"/>
              <a:gd name="connsiteX3" fmla="*/ 179297 w 5731693"/>
              <a:gd name="connsiteY3" fmla="*/ 5291592 h 5635625"/>
              <a:gd name="connsiteX4" fmla="*/ 0 w 5731693"/>
              <a:gd name="connsiteY4" fmla="*/ 569232 h 5635625"/>
              <a:gd name="connsiteX0" fmla="*/ 0 w 5731693"/>
              <a:gd name="connsiteY0" fmla="*/ 569232 h 5635625"/>
              <a:gd name="connsiteX1" fmla="*/ 5731693 w 5731693"/>
              <a:gd name="connsiteY1" fmla="*/ 0 h 5635625"/>
              <a:gd name="connsiteX2" fmla="*/ 5642112 w 5731693"/>
              <a:gd name="connsiteY2" fmla="*/ 5635625 h 5635625"/>
              <a:gd name="connsiteX3" fmla="*/ 179297 w 5731693"/>
              <a:gd name="connsiteY3" fmla="*/ 5291592 h 5635625"/>
              <a:gd name="connsiteX4" fmla="*/ 0 w 5731693"/>
              <a:gd name="connsiteY4" fmla="*/ 569232 h 5635625"/>
              <a:gd name="connsiteX0" fmla="*/ 0 w 5731693"/>
              <a:gd name="connsiteY0" fmla="*/ 569232 h 5635625"/>
              <a:gd name="connsiteX1" fmla="*/ 5731693 w 5731693"/>
              <a:gd name="connsiteY1" fmla="*/ 0 h 5635625"/>
              <a:gd name="connsiteX2" fmla="*/ 5642112 w 5731693"/>
              <a:gd name="connsiteY2" fmla="*/ 5635625 h 5635625"/>
              <a:gd name="connsiteX3" fmla="*/ 179297 w 5731693"/>
              <a:gd name="connsiteY3" fmla="*/ 5291592 h 5635625"/>
              <a:gd name="connsiteX4" fmla="*/ 0 w 5731693"/>
              <a:gd name="connsiteY4" fmla="*/ 569232 h 5635625"/>
              <a:gd name="connsiteX0" fmla="*/ 0 w 5731693"/>
              <a:gd name="connsiteY0" fmla="*/ 569232 h 5635625"/>
              <a:gd name="connsiteX1" fmla="*/ 5731693 w 5731693"/>
              <a:gd name="connsiteY1" fmla="*/ 0 h 5635625"/>
              <a:gd name="connsiteX2" fmla="*/ 5642112 w 5731693"/>
              <a:gd name="connsiteY2" fmla="*/ 5635625 h 5635625"/>
              <a:gd name="connsiteX3" fmla="*/ 174535 w 5731693"/>
              <a:gd name="connsiteY3" fmla="*/ 5305879 h 5635625"/>
              <a:gd name="connsiteX4" fmla="*/ 0 w 5731693"/>
              <a:gd name="connsiteY4" fmla="*/ 569232 h 5635625"/>
              <a:gd name="connsiteX0" fmla="*/ 0 w 5789769"/>
              <a:gd name="connsiteY0" fmla="*/ 569232 h 5854700"/>
              <a:gd name="connsiteX1" fmla="*/ 5731693 w 5789769"/>
              <a:gd name="connsiteY1" fmla="*/ 0 h 5854700"/>
              <a:gd name="connsiteX2" fmla="*/ 5789749 w 5789769"/>
              <a:gd name="connsiteY2" fmla="*/ 5854700 h 5854700"/>
              <a:gd name="connsiteX3" fmla="*/ 174535 w 5789769"/>
              <a:gd name="connsiteY3" fmla="*/ 5305879 h 5854700"/>
              <a:gd name="connsiteX4" fmla="*/ 0 w 5789769"/>
              <a:gd name="connsiteY4" fmla="*/ 569232 h 5854700"/>
              <a:gd name="connsiteX0" fmla="*/ 0 w 6199326"/>
              <a:gd name="connsiteY0" fmla="*/ 569232 h 5973763"/>
              <a:gd name="connsiteX1" fmla="*/ 5731693 w 6199326"/>
              <a:gd name="connsiteY1" fmla="*/ 0 h 5973763"/>
              <a:gd name="connsiteX2" fmla="*/ 6199324 w 6199326"/>
              <a:gd name="connsiteY2" fmla="*/ 5973763 h 5973763"/>
              <a:gd name="connsiteX3" fmla="*/ 174535 w 6199326"/>
              <a:gd name="connsiteY3" fmla="*/ 5305879 h 5973763"/>
              <a:gd name="connsiteX4" fmla="*/ 0 w 6199326"/>
              <a:gd name="connsiteY4" fmla="*/ 569232 h 5973763"/>
              <a:gd name="connsiteX0" fmla="*/ 0 w 6237426"/>
              <a:gd name="connsiteY0" fmla="*/ 569232 h 5959475"/>
              <a:gd name="connsiteX1" fmla="*/ 5731693 w 6237426"/>
              <a:gd name="connsiteY1" fmla="*/ 0 h 5959475"/>
              <a:gd name="connsiteX2" fmla="*/ 6237424 w 6237426"/>
              <a:gd name="connsiteY2" fmla="*/ 5959475 h 5959475"/>
              <a:gd name="connsiteX3" fmla="*/ 174535 w 6237426"/>
              <a:gd name="connsiteY3" fmla="*/ 5305879 h 5959475"/>
              <a:gd name="connsiteX4" fmla="*/ 0 w 6237426"/>
              <a:gd name="connsiteY4" fmla="*/ 569232 h 5959475"/>
              <a:gd name="connsiteX0" fmla="*/ 0 w 6266001"/>
              <a:gd name="connsiteY0" fmla="*/ 569232 h 5983287"/>
              <a:gd name="connsiteX1" fmla="*/ 5731693 w 6266001"/>
              <a:gd name="connsiteY1" fmla="*/ 0 h 5983287"/>
              <a:gd name="connsiteX2" fmla="*/ 6265999 w 6266001"/>
              <a:gd name="connsiteY2" fmla="*/ 5983287 h 5983287"/>
              <a:gd name="connsiteX3" fmla="*/ 174535 w 6266001"/>
              <a:gd name="connsiteY3" fmla="*/ 5305879 h 5983287"/>
              <a:gd name="connsiteX4" fmla="*/ 0 w 6266001"/>
              <a:gd name="connsiteY4" fmla="*/ 569232 h 5983287"/>
              <a:gd name="connsiteX0" fmla="*/ 0 w 6265999"/>
              <a:gd name="connsiteY0" fmla="*/ 569232 h 5983287"/>
              <a:gd name="connsiteX1" fmla="*/ 5731693 w 6265999"/>
              <a:gd name="connsiteY1" fmla="*/ 0 h 5983287"/>
              <a:gd name="connsiteX2" fmla="*/ 6265999 w 6265999"/>
              <a:gd name="connsiteY2" fmla="*/ 5983287 h 5983287"/>
              <a:gd name="connsiteX3" fmla="*/ 174535 w 6265999"/>
              <a:gd name="connsiteY3" fmla="*/ 5305879 h 5983287"/>
              <a:gd name="connsiteX4" fmla="*/ 0 w 6265999"/>
              <a:gd name="connsiteY4" fmla="*/ 569232 h 5983287"/>
              <a:gd name="connsiteX0" fmla="*/ 0 w 6266543"/>
              <a:gd name="connsiteY0" fmla="*/ 569232 h 5983385"/>
              <a:gd name="connsiteX1" fmla="*/ 5731693 w 6266543"/>
              <a:gd name="connsiteY1" fmla="*/ 0 h 5983385"/>
              <a:gd name="connsiteX2" fmla="*/ 6265999 w 6266543"/>
              <a:gd name="connsiteY2" fmla="*/ 5983287 h 5983385"/>
              <a:gd name="connsiteX3" fmla="*/ 174535 w 6266543"/>
              <a:gd name="connsiteY3" fmla="*/ 5305879 h 5983385"/>
              <a:gd name="connsiteX4" fmla="*/ 0 w 6266543"/>
              <a:gd name="connsiteY4" fmla="*/ 569232 h 5983385"/>
              <a:gd name="connsiteX0" fmla="*/ 0 w 6266049"/>
              <a:gd name="connsiteY0" fmla="*/ 569232 h 5983301"/>
              <a:gd name="connsiteX1" fmla="*/ 5731693 w 6266049"/>
              <a:gd name="connsiteY1" fmla="*/ 0 h 5983301"/>
              <a:gd name="connsiteX2" fmla="*/ 6265999 w 6266049"/>
              <a:gd name="connsiteY2" fmla="*/ 5983287 h 5983301"/>
              <a:gd name="connsiteX3" fmla="*/ 174535 w 6266049"/>
              <a:gd name="connsiteY3" fmla="*/ 5305879 h 5983301"/>
              <a:gd name="connsiteX4" fmla="*/ 0 w 6266049"/>
              <a:gd name="connsiteY4" fmla="*/ 569232 h 5983301"/>
              <a:gd name="connsiteX0" fmla="*/ 0 w 6266047"/>
              <a:gd name="connsiteY0" fmla="*/ 588282 h 6002351"/>
              <a:gd name="connsiteX1" fmla="*/ 5712643 w 6266047"/>
              <a:gd name="connsiteY1" fmla="*/ 0 h 6002351"/>
              <a:gd name="connsiteX2" fmla="*/ 6265999 w 6266047"/>
              <a:gd name="connsiteY2" fmla="*/ 6002337 h 6002351"/>
              <a:gd name="connsiteX3" fmla="*/ 174535 w 6266047"/>
              <a:gd name="connsiteY3" fmla="*/ 5324929 h 6002351"/>
              <a:gd name="connsiteX4" fmla="*/ 0 w 6266047"/>
              <a:gd name="connsiteY4" fmla="*/ 588282 h 6002351"/>
              <a:gd name="connsiteX0" fmla="*/ 0 w 6266046"/>
              <a:gd name="connsiteY0" fmla="*/ 616857 h 6030926"/>
              <a:gd name="connsiteX1" fmla="*/ 5703118 w 6266046"/>
              <a:gd name="connsiteY1" fmla="*/ 0 h 6030926"/>
              <a:gd name="connsiteX2" fmla="*/ 6265999 w 6266046"/>
              <a:gd name="connsiteY2" fmla="*/ 6030912 h 6030926"/>
              <a:gd name="connsiteX3" fmla="*/ 174535 w 6266046"/>
              <a:gd name="connsiteY3" fmla="*/ 5353504 h 6030926"/>
              <a:gd name="connsiteX4" fmla="*/ 0 w 6266046"/>
              <a:gd name="connsiteY4" fmla="*/ 616857 h 6030926"/>
              <a:gd name="connsiteX0" fmla="*/ 0 w 6266046"/>
              <a:gd name="connsiteY0" fmla="*/ 616857 h 6030922"/>
              <a:gd name="connsiteX1" fmla="*/ 5703118 w 6266046"/>
              <a:gd name="connsiteY1" fmla="*/ 0 h 6030922"/>
              <a:gd name="connsiteX2" fmla="*/ 6265999 w 6266046"/>
              <a:gd name="connsiteY2" fmla="*/ 6030912 h 6030922"/>
              <a:gd name="connsiteX3" fmla="*/ 174535 w 6266046"/>
              <a:gd name="connsiteY3" fmla="*/ 5353504 h 6030922"/>
              <a:gd name="connsiteX4" fmla="*/ 0 w 6266046"/>
              <a:gd name="connsiteY4" fmla="*/ 616857 h 6030922"/>
              <a:gd name="connsiteX0" fmla="*/ 0 w 6370821"/>
              <a:gd name="connsiteY0" fmla="*/ 502557 h 6030922"/>
              <a:gd name="connsiteX1" fmla="*/ 5807893 w 6370821"/>
              <a:gd name="connsiteY1" fmla="*/ 0 h 6030922"/>
              <a:gd name="connsiteX2" fmla="*/ 6370774 w 6370821"/>
              <a:gd name="connsiteY2" fmla="*/ 6030912 h 6030922"/>
              <a:gd name="connsiteX3" fmla="*/ 279310 w 6370821"/>
              <a:gd name="connsiteY3" fmla="*/ 5353504 h 6030922"/>
              <a:gd name="connsiteX4" fmla="*/ 0 w 6370821"/>
              <a:gd name="connsiteY4" fmla="*/ 502557 h 6030922"/>
              <a:gd name="connsiteX0" fmla="*/ 0 w 6380346"/>
              <a:gd name="connsiteY0" fmla="*/ 464457 h 6030922"/>
              <a:gd name="connsiteX1" fmla="*/ 5817418 w 6380346"/>
              <a:gd name="connsiteY1" fmla="*/ 0 h 6030922"/>
              <a:gd name="connsiteX2" fmla="*/ 6380299 w 6380346"/>
              <a:gd name="connsiteY2" fmla="*/ 6030912 h 6030922"/>
              <a:gd name="connsiteX3" fmla="*/ 288835 w 6380346"/>
              <a:gd name="connsiteY3" fmla="*/ 5353504 h 6030922"/>
              <a:gd name="connsiteX4" fmla="*/ 0 w 6380346"/>
              <a:gd name="connsiteY4" fmla="*/ 464457 h 6030922"/>
              <a:gd name="connsiteX0" fmla="*/ 0 w 6418446"/>
              <a:gd name="connsiteY0" fmla="*/ 473982 h 6030922"/>
              <a:gd name="connsiteX1" fmla="*/ 5855518 w 6418446"/>
              <a:gd name="connsiteY1" fmla="*/ 0 h 6030922"/>
              <a:gd name="connsiteX2" fmla="*/ 6418399 w 6418446"/>
              <a:gd name="connsiteY2" fmla="*/ 6030912 h 6030922"/>
              <a:gd name="connsiteX3" fmla="*/ 326935 w 6418446"/>
              <a:gd name="connsiteY3" fmla="*/ 5353504 h 6030922"/>
              <a:gd name="connsiteX4" fmla="*/ 0 w 6418446"/>
              <a:gd name="connsiteY4" fmla="*/ 473982 h 6030922"/>
              <a:gd name="connsiteX0" fmla="*/ 0 w 6418450"/>
              <a:gd name="connsiteY0" fmla="*/ 483507 h 6040447"/>
              <a:gd name="connsiteX1" fmla="*/ 5893618 w 6418450"/>
              <a:gd name="connsiteY1" fmla="*/ 0 h 6040447"/>
              <a:gd name="connsiteX2" fmla="*/ 6418399 w 6418450"/>
              <a:gd name="connsiteY2" fmla="*/ 6040437 h 6040447"/>
              <a:gd name="connsiteX3" fmla="*/ 326935 w 6418450"/>
              <a:gd name="connsiteY3" fmla="*/ 5363029 h 6040447"/>
              <a:gd name="connsiteX4" fmla="*/ 0 w 6418450"/>
              <a:gd name="connsiteY4" fmla="*/ 483507 h 6040447"/>
              <a:gd name="connsiteX0" fmla="*/ 0 w 6418450"/>
              <a:gd name="connsiteY0" fmla="*/ 454932 h 6011872"/>
              <a:gd name="connsiteX1" fmla="*/ 5893618 w 6418450"/>
              <a:gd name="connsiteY1" fmla="*/ 0 h 6011872"/>
              <a:gd name="connsiteX2" fmla="*/ 6418399 w 6418450"/>
              <a:gd name="connsiteY2" fmla="*/ 6011862 h 6011872"/>
              <a:gd name="connsiteX3" fmla="*/ 326935 w 6418450"/>
              <a:gd name="connsiteY3" fmla="*/ 5334454 h 6011872"/>
              <a:gd name="connsiteX4" fmla="*/ 0 w 6418450"/>
              <a:gd name="connsiteY4" fmla="*/ 454932 h 6011872"/>
              <a:gd name="connsiteX0" fmla="*/ 0 w 6418450"/>
              <a:gd name="connsiteY0" fmla="*/ 454932 h 6011872"/>
              <a:gd name="connsiteX1" fmla="*/ 5893618 w 6418450"/>
              <a:gd name="connsiteY1" fmla="*/ 0 h 6011872"/>
              <a:gd name="connsiteX2" fmla="*/ 6418399 w 6418450"/>
              <a:gd name="connsiteY2" fmla="*/ 6011862 h 6011872"/>
              <a:gd name="connsiteX3" fmla="*/ 269785 w 6418450"/>
              <a:gd name="connsiteY3" fmla="*/ 5239204 h 6011872"/>
              <a:gd name="connsiteX4" fmla="*/ 0 w 6418450"/>
              <a:gd name="connsiteY4" fmla="*/ 454932 h 6011872"/>
              <a:gd name="connsiteX0" fmla="*/ 0 w 6418450"/>
              <a:gd name="connsiteY0" fmla="*/ 454932 h 6011872"/>
              <a:gd name="connsiteX1" fmla="*/ 5893618 w 6418450"/>
              <a:gd name="connsiteY1" fmla="*/ 0 h 6011872"/>
              <a:gd name="connsiteX2" fmla="*/ 6418399 w 6418450"/>
              <a:gd name="connsiteY2" fmla="*/ 6011862 h 6011872"/>
              <a:gd name="connsiteX3" fmla="*/ 212635 w 6418450"/>
              <a:gd name="connsiteY3" fmla="*/ 5239204 h 6011872"/>
              <a:gd name="connsiteX4" fmla="*/ 0 w 6418450"/>
              <a:gd name="connsiteY4" fmla="*/ 454932 h 6011872"/>
              <a:gd name="connsiteX0" fmla="*/ 0 w 6418450"/>
              <a:gd name="connsiteY0" fmla="*/ 454932 h 6011872"/>
              <a:gd name="connsiteX1" fmla="*/ 5893618 w 6418450"/>
              <a:gd name="connsiteY1" fmla="*/ 0 h 6011872"/>
              <a:gd name="connsiteX2" fmla="*/ 6418399 w 6418450"/>
              <a:gd name="connsiteY2" fmla="*/ 6011862 h 6011872"/>
              <a:gd name="connsiteX3" fmla="*/ 193585 w 6418450"/>
              <a:gd name="connsiteY3" fmla="*/ 5201104 h 6011872"/>
              <a:gd name="connsiteX4" fmla="*/ 0 w 6418450"/>
              <a:gd name="connsiteY4" fmla="*/ 454932 h 6011872"/>
              <a:gd name="connsiteX0" fmla="*/ 0 w 6456546"/>
              <a:gd name="connsiteY0" fmla="*/ 454932 h 6069021"/>
              <a:gd name="connsiteX1" fmla="*/ 5893618 w 6456546"/>
              <a:gd name="connsiteY1" fmla="*/ 0 h 6069021"/>
              <a:gd name="connsiteX2" fmla="*/ 6456499 w 6456546"/>
              <a:gd name="connsiteY2" fmla="*/ 6069012 h 6069021"/>
              <a:gd name="connsiteX3" fmla="*/ 193585 w 6456546"/>
              <a:gd name="connsiteY3" fmla="*/ 5201104 h 6069021"/>
              <a:gd name="connsiteX4" fmla="*/ 0 w 6456546"/>
              <a:gd name="connsiteY4" fmla="*/ 454932 h 6069021"/>
              <a:gd name="connsiteX0" fmla="*/ 0 w 6441306"/>
              <a:gd name="connsiteY0" fmla="*/ 424452 h 6069021"/>
              <a:gd name="connsiteX1" fmla="*/ 5878378 w 6441306"/>
              <a:gd name="connsiteY1" fmla="*/ 0 h 6069021"/>
              <a:gd name="connsiteX2" fmla="*/ 6441259 w 6441306"/>
              <a:gd name="connsiteY2" fmla="*/ 6069012 h 6069021"/>
              <a:gd name="connsiteX3" fmla="*/ 178345 w 6441306"/>
              <a:gd name="connsiteY3" fmla="*/ 5201104 h 6069021"/>
              <a:gd name="connsiteX4" fmla="*/ 0 w 6441306"/>
              <a:gd name="connsiteY4" fmla="*/ 424452 h 6069021"/>
              <a:gd name="connsiteX0" fmla="*/ 0 w 6471786"/>
              <a:gd name="connsiteY0" fmla="*/ 424452 h 6069021"/>
              <a:gd name="connsiteX1" fmla="*/ 5908858 w 6471786"/>
              <a:gd name="connsiteY1" fmla="*/ 0 h 6069021"/>
              <a:gd name="connsiteX2" fmla="*/ 6471739 w 6471786"/>
              <a:gd name="connsiteY2" fmla="*/ 6069012 h 6069021"/>
              <a:gd name="connsiteX3" fmla="*/ 208825 w 6471786"/>
              <a:gd name="connsiteY3" fmla="*/ 5201104 h 6069021"/>
              <a:gd name="connsiteX4" fmla="*/ 0 w 6471786"/>
              <a:gd name="connsiteY4" fmla="*/ 424452 h 6069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71786" h="6069021">
                <a:moveTo>
                  <a:pt x="0" y="424452"/>
                </a:moveTo>
                <a:lnTo>
                  <a:pt x="5908858" y="0"/>
                </a:lnTo>
                <a:cubicBezTo>
                  <a:pt x="5907573" y="5292"/>
                  <a:pt x="6477786" y="6078007"/>
                  <a:pt x="6471739" y="6069012"/>
                </a:cubicBezTo>
                <a:lnTo>
                  <a:pt x="208825" y="5201104"/>
                </a:lnTo>
                <a:cubicBezTo>
                  <a:pt x="156513" y="3606573"/>
                  <a:pt x="1330" y="437606"/>
                  <a:pt x="0" y="42445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127000">
              <a:prstClr val="black"/>
            </a:innerShdw>
          </a:effectLst>
          <a:scene3d>
            <a:camera prst="isometricRightUp">
              <a:rot lat="1788000" lon="18522000" rev="21360000"/>
            </a:camera>
            <a:lightRig rig="threePt" dir="t"/>
          </a:scene3d>
        </p:spPr>
        <p:txBody>
          <a:bodyPr/>
          <a:lstStyle>
            <a:lvl1pPr marL="0" indent="0" algn="ctr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3D7B17A-2109-7868-28F1-645A97EF7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5519" y="304846"/>
            <a:ext cx="1139451" cy="150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235552"/>
      </p:ext>
    </p:extLst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DFA4E3F-9D1B-47B7-BB62-308CCEC16091}"/>
              </a:ext>
            </a:extLst>
          </p:cNvPr>
          <p:cNvGrpSpPr/>
          <p:nvPr userDrawn="1"/>
        </p:nvGrpSpPr>
        <p:grpSpPr>
          <a:xfrm>
            <a:off x="11624659" y="2943383"/>
            <a:ext cx="198146" cy="971236"/>
            <a:chOff x="15428633" y="4561123"/>
            <a:chExt cx="388619" cy="1907805"/>
          </a:xfrm>
        </p:grpSpPr>
        <p:sp>
          <p:nvSpPr>
            <p:cNvPr id="3" name="Freeform 85">
              <a:extLst>
                <a:ext uri="{FF2B5EF4-FFF2-40B4-BE49-F238E27FC236}">
                  <a16:creationId xmlns:a16="http://schemas.microsoft.com/office/drawing/2014/main" id="{2D409770-B21F-40DA-9125-896D421AAD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448546" y="5390938"/>
              <a:ext cx="348793" cy="280359"/>
            </a:xfrm>
            <a:custGeom>
              <a:avLst/>
              <a:gdLst>
                <a:gd name="T0" fmla="*/ 250282 w 462"/>
                <a:gd name="T1" fmla="*/ 24258 h 374"/>
                <a:gd name="T2" fmla="*/ 250282 w 462"/>
                <a:gd name="T3" fmla="*/ 24258 h 374"/>
                <a:gd name="T4" fmla="*/ 221508 w 462"/>
                <a:gd name="T5" fmla="*/ 33962 h 374"/>
                <a:gd name="T6" fmla="*/ 240510 w 462"/>
                <a:gd name="T7" fmla="*/ 5391 h 374"/>
                <a:gd name="T8" fmla="*/ 211192 w 462"/>
                <a:gd name="T9" fmla="*/ 19407 h 374"/>
                <a:gd name="T10" fmla="*/ 173189 w 462"/>
                <a:gd name="T11" fmla="*/ 0 h 374"/>
                <a:gd name="T12" fmla="*/ 119983 w 462"/>
                <a:gd name="T13" fmla="*/ 52829 h 374"/>
                <a:gd name="T14" fmla="*/ 124870 w 462"/>
                <a:gd name="T15" fmla="*/ 62532 h 374"/>
                <a:gd name="T16" fmla="*/ 19002 w 462"/>
                <a:gd name="T17" fmla="*/ 10242 h 374"/>
                <a:gd name="T18" fmla="*/ 9229 w 462"/>
                <a:gd name="T19" fmla="*/ 38813 h 374"/>
                <a:gd name="T20" fmla="*/ 33118 w 462"/>
                <a:gd name="T21" fmla="*/ 81400 h 374"/>
                <a:gd name="T22" fmla="*/ 9229 w 462"/>
                <a:gd name="T23" fmla="*/ 72236 h 374"/>
                <a:gd name="T24" fmla="*/ 9229 w 462"/>
                <a:gd name="T25" fmla="*/ 72236 h 374"/>
                <a:gd name="T26" fmla="*/ 53205 w 462"/>
                <a:gd name="T27" fmla="*/ 124526 h 374"/>
                <a:gd name="T28" fmla="*/ 38004 w 462"/>
                <a:gd name="T29" fmla="*/ 124526 h 374"/>
                <a:gd name="T30" fmla="*/ 28774 w 462"/>
                <a:gd name="T31" fmla="*/ 124526 h 374"/>
                <a:gd name="T32" fmla="*/ 77093 w 462"/>
                <a:gd name="T33" fmla="*/ 158487 h 374"/>
                <a:gd name="T34" fmla="*/ 14116 w 462"/>
                <a:gd name="T35" fmla="*/ 182206 h 374"/>
                <a:gd name="T36" fmla="*/ 0 w 462"/>
                <a:gd name="T37" fmla="*/ 182206 h 374"/>
                <a:gd name="T38" fmla="*/ 77093 w 462"/>
                <a:gd name="T39" fmla="*/ 201074 h 374"/>
                <a:gd name="T40" fmla="*/ 221508 w 462"/>
                <a:gd name="T41" fmla="*/ 57681 h 374"/>
                <a:gd name="T42" fmla="*/ 221508 w 462"/>
                <a:gd name="T43" fmla="*/ 52829 h 374"/>
                <a:gd name="T44" fmla="*/ 250282 w 462"/>
                <a:gd name="T45" fmla="*/ 24258 h 37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462" h="374">
                  <a:moveTo>
                    <a:pt x="461" y="45"/>
                  </a:moveTo>
                  <a:lnTo>
                    <a:pt x="461" y="45"/>
                  </a:lnTo>
                  <a:cubicBezTo>
                    <a:pt x="443" y="54"/>
                    <a:pt x="425" y="63"/>
                    <a:pt x="408" y="63"/>
                  </a:cubicBezTo>
                  <a:cubicBezTo>
                    <a:pt x="425" y="54"/>
                    <a:pt x="443" y="36"/>
                    <a:pt x="443" y="10"/>
                  </a:cubicBezTo>
                  <a:cubicBezTo>
                    <a:pt x="425" y="19"/>
                    <a:pt x="408" y="27"/>
                    <a:pt x="389" y="36"/>
                  </a:cubicBezTo>
                  <a:cubicBezTo>
                    <a:pt x="372" y="19"/>
                    <a:pt x="345" y="0"/>
                    <a:pt x="319" y="0"/>
                  </a:cubicBezTo>
                  <a:cubicBezTo>
                    <a:pt x="265" y="0"/>
                    <a:pt x="221" y="45"/>
                    <a:pt x="221" y="98"/>
                  </a:cubicBezTo>
                  <a:cubicBezTo>
                    <a:pt x="221" y="107"/>
                    <a:pt x="221" y="116"/>
                    <a:pt x="230" y="116"/>
                  </a:cubicBezTo>
                  <a:cubicBezTo>
                    <a:pt x="151" y="116"/>
                    <a:pt x="79" y="81"/>
                    <a:pt x="35" y="19"/>
                  </a:cubicBezTo>
                  <a:cubicBezTo>
                    <a:pt x="26" y="36"/>
                    <a:pt x="17" y="54"/>
                    <a:pt x="17" y="72"/>
                  </a:cubicBezTo>
                  <a:cubicBezTo>
                    <a:pt x="17" y="98"/>
                    <a:pt x="35" y="134"/>
                    <a:pt x="61" y="151"/>
                  </a:cubicBezTo>
                  <a:cubicBezTo>
                    <a:pt x="44" y="143"/>
                    <a:pt x="35" y="143"/>
                    <a:pt x="17" y="134"/>
                  </a:cubicBezTo>
                  <a:cubicBezTo>
                    <a:pt x="17" y="178"/>
                    <a:pt x="53" y="222"/>
                    <a:pt x="98" y="231"/>
                  </a:cubicBezTo>
                  <a:cubicBezTo>
                    <a:pt x="89" y="231"/>
                    <a:pt x="79" y="231"/>
                    <a:pt x="70" y="231"/>
                  </a:cubicBezTo>
                  <a:cubicBezTo>
                    <a:pt x="61" y="231"/>
                    <a:pt x="61" y="231"/>
                    <a:pt x="53" y="231"/>
                  </a:cubicBezTo>
                  <a:cubicBezTo>
                    <a:pt x="61" y="266"/>
                    <a:pt x="98" y="294"/>
                    <a:pt x="142" y="294"/>
                  </a:cubicBezTo>
                  <a:cubicBezTo>
                    <a:pt x="106" y="319"/>
                    <a:pt x="70" y="338"/>
                    <a:pt x="26" y="338"/>
                  </a:cubicBezTo>
                  <a:cubicBezTo>
                    <a:pt x="17" y="338"/>
                    <a:pt x="8" y="338"/>
                    <a:pt x="0" y="338"/>
                  </a:cubicBezTo>
                  <a:cubicBezTo>
                    <a:pt x="44" y="364"/>
                    <a:pt x="89" y="373"/>
                    <a:pt x="142" y="373"/>
                  </a:cubicBezTo>
                  <a:cubicBezTo>
                    <a:pt x="319" y="373"/>
                    <a:pt x="408" y="231"/>
                    <a:pt x="408" y="107"/>
                  </a:cubicBezTo>
                  <a:lnTo>
                    <a:pt x="408" y="98"/>
                  </a:lnTo>
                  <a:cubicBezTo>
                    <a:pt x="434" y="81"/>
                    <a:pt x="443" y="72"/>
                    <a:pt x="461" y="45"/>
                  </a:cubicBezTo>
                </a:path>
              </a:pathLst>
            </a:custGeom>
            <a:solidFill>
              <a:schemeClr val="bg1">
                <a:alpha val="25000"/>
              </a:schemeClr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 sz="591">
                <a:solidFill>
                  <a:schemeClr val="bg1">
                    <a:alpha val="70000"/>
                  </a:schemeClr>
                </a:solidFill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585AC31-AAB7-4EB6-BFF1-F6A69C584F37}"/>
                </a:ext>
              </a:extLst>
            </p:cNvPr>
            <p:cNvGrpSpPr/>
            <p:nvPr userDrawn="1"/>
          </p:nvGrpSpPr>
          <p:grpSpPr>
            <a:xfrm>
              <a:off x="15428633" y="6172173"/>
              <a:ext cx="388619" cy="296755"/>
              <a:chOff x="10541000" y="3240088"/>
              <a:chExt cx="1282701" cy="979487"/>
            </a:xfrm>
            <a:solidFill>
              <a:schemeClr val="bg1">
                <a:alpha val="25000"/>
              </a:schemeClr>
            </a:solidFill>
          </p:grpSpPr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D761A2A0-94AF-49CF-AD26-3AEACDD2C14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10541000" y="3240088"/>
                <a:ext cx="984250" cy="979487"/>
              </a:xfrm>
              <a:custGeom>
                <a:avLst/>
                <a:gdLst>
                  <a:gd name="T0" fmla="*/ 2709 w 2709"/>
                  <a:gd name="T1" fmla="*/ 1204 h 2709"/>
                  <a:gd name="T2" fmla="*/ 1445 w 2709"/>
                  <a:gd name="T3" fmla="*/ 1204 h 2709"/>
                  <a:gd name="T4" fmla="*/ 1445 w 2709"/>
                  <a:gd name="T5" fmla="*/ 1626 h 2709"/>
                  <a:gd name="T6" fmla="*/ 2216 w 2709"/>
                  <a:gd name="T7" fmla="*/ 1626 h 2709"/>
                  <a:gd name="T8" fmla="*/ 1355 w 2709"/>
                  <a:gd name="T9" fmla="*/ 2258 h 2709"/>
                  <a:gd name="T10" fmla="*/ 452 w 2709"/>
                  <a:gd name="T11" fmla="*/ 1355 h 2709"/>
                  <a:gd name="T12" fmla="*/ 1355 w 2709"/>
                  <a:gd name="T13" fmla="*/ 452 h 2709"/>
                  <a:gd name="T14" fmla="*/ 1997 w 2709"/>
                  <a:gd name="T15" fmla="*/ 720 h 2709"/>
                  <a:gd name="T16" fmla="*/ 2303 w 2709"/>
                  <a:gd name="T17" fmla="*/ 387 h 2709"/>
                  <a:gd name="T18" fmla="*/ 1355 w 2709"/>
                  <a:gd name="T19" fmla="*/ 0 h 2709"/>
                  <a:gd name="T20" fmla="*/ 0 w 2709"/>
                  <a:gd name="T21" fmla="*/ 1355 h 2709"/>
                  <a:gd name="T22" fmla="*/ 1355 w 2709"/>
                  <a:gd name="T23" fmla="*/ 2709 h 2709"/>
                  <a:gd name="T24" fmla="*/ 2709 w 2709"/>
                  <a:gd name="T25" fmla="*/ 1626 h 2709"/>
                  <a:gd name="T26" fmla="*/ 2709 w 2709"/>
                  <a:gd name="T27" fmla="*/ 1204 h 2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709" h="2709">
                    <a:moveTo>
                      <a:pt x="2709" y="1204"/>
                    </a:moveTo>
                    <a:lnTo>
                      <a:pt x="1445" y="1204"/>
                    </a:lnTo>
                    <a:lnTo>
                      <a:pt x="1445" y="1626"/>
                    </a:lnTo>
                    <a:lnTo>
                      <a:pt x="2216" y="1626"/>
                    </a:lnTo>
                    <a:cubicBezTo>
                      <a:pt x="2101" y="1992"/>
                      <a:pt x="1759" y="2258"/>
                      <a:pt x="1355" y="2258"/>
                    </a:cubicBezTo>
                    <a:cubicBezTo>
                      <a:pt x="856" y="2258"/>
                      <a:pt x="452" y="1854"/>
                      <a:pt x="452" y="1355"/>
                    </a:cubicBezTo>
                    <a:cubicBezTo>
                      <a:pt x="452" y="856"/>
                      <a:pt x="856" y="452"/>
                      <a:pt x="1355" y="452"/>
                    </a:cubicBezTo>
                    <a:cubicBezTo>
                      <a:pt x="1606" y="452"/>
                      <a:pt x="1833" y="554"/>
                      <a:pt x="1997" y="720"/>
                    </a:cubicBezTo>
                    <a:lnTo>
                      <a:pt x="2303" y="387"/>
                    </a:lnTo>
                    <a:cubicBezTo>
                      <a:pt x="2058" y="148"/>
                      <a:pt x="1724" y="0"/>
                      <a:pt x="1355" y="0"/>
                    </a:cubicBezTo>
                    <a:cubicBezTo>
                      <a:pt x="607" y="0"/>
                      <a:pt x="0" y="607"/>
                      <a:pt x="0" y="1355"/>
                    </a:cubicBezTo>
                    <a:cubicBezTo>
                      <a:pt x="0" y="2103"/>
                      <a:pt x="607" y="2709"/>
                      <a:pt x="1355" y="2709"/>
                    </a:cubicBezTo>
                    <a:cubicBezTo>
                      <a:pt x="2010" y="2709"/>
                      <a:pt x="2584" y="2244"/>
                      <a:pt x="2709" y="1626"/>
                    </a:cubicBezTo>
                    <a:lnTo>
                      <a:pt x="2709" y="12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591"/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66391F65-7FFA-45B7-B4E7-85C646E4137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11555413" y="3581400"/>
                <a:ext cx="268288" cy="268287"/>
              </a:xfrm>
              <a:custGeom>
                <a:avLst/>
                <a:gdLst>
                  <a:gd name="T0" fmla="*/ 739 w 739"/>
                  <a:gd name="T1" fmla="*/ 258 h 739"/>
                  <a:gd name="T2" fmla="*/ 480 w 739"/>
                  <a:gd name="T3" fmla="*/ 258 h 739"/>
                  <a:gd name="T4" fmla="*/ 480 w 739"/>
                  <a:gd name="T5" fmla="*/ 0 h 739"/>
                  <a:gd name="T6" fmla="*/ 258 w 739"/>
                  <a:gd name="T7" fmla="*/ 0 h 739"/>
                  <a:gd name="T8" fmla="*/ 258 w 739"/>
                  <a:gd name="T9" fmla="*/ 258 h 739"/>
                  <a:gd name="T10" fmla="*/ 0 w 739"/>
                  <a:gd name="T11" fmla="*/ 258 h 739"/>
                  <a:gd name="T12" fmla="*/ 0 w 739"/>
                  <a:gd name="T13" fmla="*/ 480 h 739"/>
                  <a:gd name="T14" fmla="*/ 258 w 739"/>
                  <a:gd name="T15" fmla="*/ 480 h 739"/>
                  <a:gd name="T16" fmla="*/ 258 w 739"/>
                  <a:gd name="T17" fmla="*/ 739 h 739"/>
                  <a:gd name="T18" fmla="*/ 480 w 739"/>
                  <a:gd name="T19" fmla="*/ 739 h 739"/>
                  <a:gd name="T20" fmla="*/ 480 w 739"/>
                  <a:gd name="T21" fmla="*/ 480 h 739"/>
                  <a:gd name="T22" fmla="*/ 739 w 739"/>
                  <a:gd name="T23" fmla="*/ 480 h 739"/>
                  <a:gd name="T24" fmla="*/ 739 w 739"/>
                  <a:gd name="T25" fmla="*/ 258 h 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39" h="739">
                    <a:moveTo>
                      <a:pt x="739" y="258"/>
                    </a:moveTo>
                    <a:lnTo>
                      <a:pt x="480" y="258"/>
                    </a:lnTo>
                    <a:lnTo>
                      <a:pt x="480" y="0"/>
                    </a:lnTo>
                    <a:lnTo>
                      <a:pt x="258" y="0"/>
                    </a:lnTo>
                    <a:lnTo>
                      <a:pt x="258" y="258"/>
                    </a:lnTo>
                    <a:lnTo>
                      <a:pt x="0" y="258"/>
                    </a:lnTo>
                    <a:lnTo>
                      <a:pt x="0" y="480"/>
                    </a:lnTo>
                    <a:lnTo>
                      <a:pt x="258" y="480"/>
                    </a:lnTo>
                    <a:lnTo>
                      <a:pt x="258" y="739"/>
                    </a:lnTo>
                    <a:lnTo>
                      <a:pt x="480" y="739"/>
                    </a:lnTo>
                    <a:lnTo>
                      <a:pt x="480" y="480"/>
                    </a:lnTo>
                    <a:lnTo>
                      <a:pt x="739" y="480"/>
                    </a:lnTo>
                    <a:lnTo>
                      <a:pt x="739" y="2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591"/>
              </a:p>
            </p:txBody>
          </p:sp>
        </p:grpSp>
        <p:sp>
          <p:nvSpPr>
            <p:cNvPr id="5" name="Freeform 75">
              <a:extLst>
                <a:ext uri="{FF2B5EF4-FFF2-40B4-BE49-F238E27FC236}">
                  <a16:creationId xmlns:a16="http://schemas.microsoft.com/office/drawing/2014/main" id="{AFD0E213-1618-4481-8C6F-1EDC9CEC7F5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534382" y="4561123"/>
              <a:ext cx="177121" cy="328939"/>
            </a:xfrm>
            <a:custGeom>
              <a:avLst/>
              <a:gdLst>
                <a:gd name="T0" fmla="*/ 132814 w 249"/>
                <a:gd name="T1" fmla="*/ 43735 h 453"/>
                <a:gd name="T2" fmla="*/ 132814 w 249"/>
                <a:gd name="T3" fmla="*/ 43735 h 453"/>
                <a:gd name="T4" fmla="*/ 94791 w 249"/>
                <a:gd name="T5" fmla="*/ 43735 h 453"/>
                <a:gd name="T6" fmla="*/ 85687 w 249"/>
                <a:gd name="T7" fmla="*/ 58496 h 453"/>
                <a:gd name="T8" fmla="*/ 85687 w 249"/>
                <a:gd name="T9" fmla="*/ 87470 h 453"/>
                <a:gd name="T10" fmla="*/ 132814 w 249"/>
                <a:gd name="T11" fmla="*/ 87470 h 453"/>
                <a:gd name="T12" fmla="*/ 132814 w 249"/>
                <a:gd name="T13" fmla="*/ 126285 h 453"/>
                <a:gd name="T14" fmla="*/ 85687 w 249"/>
                <a:gd name="T15" fmla="*/ 126285 h 453"/>
                <a:gd name="T16" fmla="*/ 85687 w 249"/>
                <a:gd name="T17" fmla="*/ 247103 h 453"/>
                <a:gd name="T18" fmla="*/ 42308 w 249"/>
                <a:gd name="T19" fmla="*/ 247103 h 453"/>
                <a:gd name="T20" fmla="*/ 42308 w 249"/>
                <a:gd name="T21" fmla="*/ 126285 h 453"/>
                <a:gd name="T22" fmla="*/ 0 w 249"/>
                <a:gd name="T23" fmla="*/ 126285 h 453"/>
                <a:gd name="T24" fmla="*/ 0 w 249"/>
                <a:gd name="T25" fmla="*/ 87470 h 453"/>
                <a:gd name="T26" fmla="*/ 42308 w 249"/>
                <a:gd name="T27" fmla="*/ 87470 h 453"/>
                <a:gd name="T28" fmla="*/ 42308 w 249"/>
                <a:gd name="T29" fmla="*/ 63416 h 453"/>
                <a:gd name="T30" fmla="*/ 94791 w 249"/>
                <a:gd name="T31" fmla="*/ 0 h 453"/>
                <a:gd name="T32" fmla="*/ 132814 w 249"/>
                <a:gd name="T33" fmla="*/ 0 h 453"/>
                <a:gd name="T34" fmla="*/ 132814 w 249"/>
                <a:gd name="T35" fmla="*/ 43735 h 45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49" h="453">
                  <a:moveTo>
                    <a:pt x="248" y="80"/>
                  </a:moveTo>
                  <a:lnTo>
                    <a:pt x="248" y="80"/>
                  </a:lnTo>
                  <a:cubicBezTo>
                    <a:pt x="177" y="80"/>
                    <a:pt x="177" y="80"/>
                    <a:pt x="177" y="80"/>
                  </a:cubicBezTo>
                  <a:cubicBezTo>
                    <a:pt x="169" y="80"/>
                    <a:pt x="160" y="89"/>
                    <a:pt x="160" y="107"/>
                  </a:cubicBezTo>
                  <a:cubicBezTo>
                    <a:pt x="160" y="160"/>
                    <a:pt x="160" y="160"/>
                    <a:pt x="160" y="160"/>
                  </a:cubicBezTo>
                  <a:cubicBezTo>
                    <a:pt x="248" y="160"/>
                    <a:pt x="248" y="160"/>
                    <a:pt x="248" y="160"/>
                  </a:cubicBezTo>
                  <a:cubicBezTo>
                    <a:pt x="248" y="231"/>
                    <a:pt x="248" y="231"/>
                    <a:pt x="248" y="231"/>
                  </a:cubicBezTo>
                  <a:cubicBezTo>
                    <a:pt x="160" y="231"/>
                    <a:pt x="160" y="231"/>
                    <a:pt x="160" y="231"/>
                  </a:cubicBezTo>
                  <a:cubicBezTo>
                    <a:pt x="160" y="452"/>
                    <a:pt x="160" y="452"/>
                    <a:pt x="160" y="452"/>
                  </a:cubicBezTo>
                  <a:cubicBezTo>
                    <a:pt x="79" y="452"/>
                    <a:pt x="79" y="452"/>
                    <a:pt x="79" y="452"/>
                  </a:cubicBezTo>
                  <a:cubicBezTo>
                    <a:pt x="79" y="231"/>
                    <a:pt x="79" y="231"/>
                    <a:pt x="79" y="231"/>
                  </a:cubicBezTo>
                  <a:cubicBezTo>
                    <a:pt x="0" y="231"/>
                    <a:pt x="0" y="231"/>
                    <a:pt x="0" y="231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79" y="116"/>
                    <a:pt x="79" y="116"/>
                    <a:pt x="79" y="116"/>
                  </a:cubicBezTo>
                  <a:cubicBezTo>
                    <a:pt x="79" y="54"/>
                    <a:pt x="115" y="0"/>
                    <a:pt x="177" y="0"/>
                  </a:cubicBezTo>
                  <a:cubicBezTo>
                    <a:pt x="248" y="0"/>
                    <a:pt x="248" y="0"/>
                    <a:pt x="248" y="0"/>
                  </a:cubicBezTo>
                  <a:lnTo>
                    <a:pt x="248" y="80"/>
                  </a:lnTo>
                </a:path>
              </a:pathLst>
            </a:custGeom>
            <a:solidFill>
              <a:schemeClr val="bg1">
                <a:alpha val="25000"/>
              </a:schemeClr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 sz="591"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3F05494-52B7-418A-AFF3-D82E8817DA99}"/>
              </a:ext>
            </a:extLst>
          </p:cNvPr>
          <p:cNvSpPr txBox="1"/>
          <p:nvPr userDrawn="1"/>
        </p:nvSpPr>
        <p:spPr>
          <a:xfrm rot="10800000" flipV="1">
            <a:off x="11249310" y="6203547"/>
            <a:ext cx="948850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1750" b="0" i="0" smtClean="0">
                <a:solidFill>
                  <a:schemeClr val="bg1"/>
                </a:solidFill>
                <a:latin typeface="Nexa Light" panose="02000000000000000000" pitchFamily="50" charset="0"/>
                <a:ea typeface="Roboto Condensed" panose="02000000000000000000" pitchFamily="2" charset="0"/>
                <a:cs typeface="Segoe UI" panose="020B0502040204020203" pitchFamily="34" charset="0"/>
              </a:rPr>
              <a:pPr algn="ctr"/>
              <a:t>‹Nº›</a:t>
            </a:fld>
            <a:endParaRPr lang="id-ID" sz="5500" b="0" i="0">
              <a:solidFill>
                <a:schemeClr val="bg1"/>
              </a:solidFill>
              <a:latin typeface="Nexa Light" panose="02000000000000000000" pitchFamily="50" charset="0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163A50-5F6B-45FB-B195-4C151329B26E}"/>
              </a:ext>
            </a:extLst>
          </p:cNvPr>
          <p:cNvSpPr txBox="1"/>
          <p:nvPr userDrawn="1"/>
        </p:nvSpPr>
        <p:spPr>
          <a:xfrm rot="16200000" flipH="1">
            <a:off x="-745269" y="3315509"/>
            <a:ext cx="2227243" cy="22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875" strike="noStrike" spc="375">
                <a:solidFill>
                  <a:schemeClr val="bg1">
                    <a:alpha val="45000"/>
                  </a:schemeClr>
                </a:solidFill>
                <a:latin typeface="Nexa Light" panose="02000000000000000000" pitchFamily="50" charset="0"/>
                <a:ea typeface="Roboto Condensed" panose="02000000000000000000" pitchFamily="2" charset="0"/>
                <a:cs typeface="Segoe UI" panose="020B0502040204020203" pitchFamily="34" charset="0"/>
              </a:rPr>
              <a:t>WWW.WEBSITE.COM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F542772-8328-E50C-4A6B-B9647B2E2C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761" t="1801" r="2289" b="10942"/>
          <a:stretch/>
        </p:blipFill>
        <p:spPr>
          <a:xfrm>
            <a:off x="-315925" y="-53651"/>
            <a:ext cx="6799852" cy="6910448"/>
          </a:xfrm>
          <a:prstGeom prst="rect">
            <a:avLst/>
          </a:prstGeom>
        </p:spPr>
      </p:pic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C5A44A44-98FF-D748-9BA7-ED1501D5B62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45300" y="852488"/>
            <a:ext cx="4403725" cy="2911057"/>
          </a:xfrm>
          <a:prstGeom prst="roundRect">
            <a:avLst>
              <a:gd name="adj" fmla="val 17998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s-ES"/>
              <a:t>Coloca una imagen</a:t>
            </a:r>
            <a:endParaRPr lang="es-MX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5472BAEF-3D34-EE81-843E-EBF63D4F27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45300" y="4140200"/>
            <a:ext cx="4403725" cy="217487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s-ES"/>
              <a:t>Escribe un texto 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9469074"/>
      </p:ext>
    </p:extLst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Patrón de fondo&#10;&#10;Descripción generada automáticamente">
            <a:extLst>
              <a:ext uri="{FF2B5EF4-FFF2-40B4-BE49-F238E27FC236}">
                <a16:creationId xmlns:a16="http://schemas.microsoft.com/office/drawing/2014/main" id="{806CDDC7-87A8-99C2-BC8A-0F073453DF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4"/>
          <a:stretch/>
        </p:blipFill>
        <p:spPr>
          <a:xfrm>
            <a:off x="0" y="6212154"/>
            <a:ext cx="11449050" cy="879772"/>
          </a:xfrm>
          <a:prstGeom prst="rect">
            <a:avLst/>
          </a:prstGeom>
        </p:spPr>
      </p:pic>
      <p:pic>
        <p:nvPicPr>
          <p:cNvPr id="2" name="Imagen 1" descr="Logotipo&#10;&#10;Descripción generada automáticamente">
            <a:extLst>
              <a:ext uri="{FF2B5EF4-FFF2-40B4-BE49-F238E27FC236}">
                <a16:creationId xmlns:a16="http://schemas.microsoft.com/office/drawing/2014/main" id="{8BFEF118-1B4E-A6BA-D653-EE19A380C3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4320" y="6310772"/>
            <a:ext cx="1603660" cy="40607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2DA60F0-A376-7CEF-BC12-FB9D71BDB23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2201" y="264057"/>
            <a:ext cx="717647" cy="731274"/>
          </a:xfrm>
          <a:prstGeom prst="rect">
            <a:avLst/>
          </a:prstGeom>
        </p:spPr>
      </p:pic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E689B7A5-9523-EDBF-F3A6-AE155E64408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24197" y="439886"/>
            <a:ext cx="4157662" cy="5385806"/>
          </a:xfrm>
          <a:prstGeom prst="roundRect">
            <a:avLst/>
          </a:prstGeom>
          <a:solidFill>
            <a:schemeClr val="bg2">
              <a:lumMod val="90000"/>
            </a:schemeClr>
          </a:solidFill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s-ES"/>
              <a:t>Da clic y coloca una imagen</a:t>
            </a:r>
            <a:endParaRPr lang="es-MX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2308D83D-8275-5D44-2E66-76903ED7B1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81049" y="2655168"/>
            <a:ext cx="1124614" cy="985978"/>
          </a:xfrm>
          <a:prstGeom prst="roundRect">
            <a:avLst/>
          </a:prstGeom>
          <a:solidFill>
            <a:schemeClr val="bg2">
              <a:lumMod val="90000"/>
            </a:schemeClr>
          </a:solidFill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s-ES"/>
              <a:t>Da clic y coloca una imagen</a:t>
            </a:r>
            <a:endParaRPr lang="es-MX"/>
          </a:p>
        </p:txBody>
      </p:sp>
      <p:sp>
        <p:nvSpPr>
          <p:cNvPr id="9" name="Marcador de posición de imagen 6">
            <a:extLst>
              <a:ext uri="{FF2B5EF4-FFF2-40B4-BE49-F238E27FC236}">
                <a16:creationId xmlns:a16="http://schemas.microsoft.com/office/drawing/2014/main" id="{EFD5C17B-C75A-D204-7997-F184F0812AB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81049" y="3840614"/>
            <a:ext cx="1124614" cy="985978"/>
          </a:xfrm>
          <a:prstGeom prst="roundRect">
            <a:avLst/>
          </a:prstGeom>
          <a:solidFill>
            <a:schemeClr val="bg2">
              <a:lumMod val="90000"/>
            </a:schemeClr>
          </a:solidFill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s-ES"/>
              <a:t>Da clic y coloca una imagen</a:t>
            </a:r>
            <a:endParaRPr lang="es-MX"/>
          </a:p>
        </p:txBody>
      </p:sp>
      <p:sp>
        <p:nvSpPr>
          <p:cNvPr id="10" name="Marcador de posición de imagen 6">
            <a:extLst>
              <a:ext uri="{FF2B5EF4-FFF2-40B4-BE49-F238E27FC236}">
                <a16:creationId xmlns:a16="http://schemas.microsoft.com/office/drawing/2014/main" id="{05C89096-EC2E-0FEE-67D8-B093526D56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1049" y="5026059"/>
            <a:ext cx="1124614" cy="985978"/>
          </a:xfrm>
          <a:prstGeom prst="roundRect">
            <a:avLst/>
          </a:prstGeom>
          <a:solidFill>
            <a:schemeClr val="bg2">
              <a:lumMod val="90000"/>
            </a:schemeClr>
          </a:solidFill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s-ES"/>
              <a:t>Da clic y coloca una imagen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550655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806CDDC7-87A8-99C2-BC8A-0F073453DF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7" r="3047"/>
          <a:stretch/>
        </p:blipFill>
        <p:spPr>
          <a:xfrm>
            <a:off x="0" y="5978228"/>
            <a:ext cx="11449050" cy="87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19879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192" y="183529"/>
            <a:ext cx="9435216" cy="46822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10899648" y="6601968"/>
            <a:ext cx="12070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AB1ED2-4A89-47A8-8D39-24245FDF9DBA}" type="slidenum">
              <a:rPr lang="es-MX" sz="900" smtClean="0"/>
              <a:pPr algn="r"/>
              <a:t>‹Nº›</a:t>
            </a:fld>
            <a:endParaRPr lang="es-MX" sz="900"/>
          </a:p>
        </p:txBody>
      </p:sp>
    </p:spTree>
    <p:extLst>
      <p:ext uri="{BB962C8B-B14F-4D97-AF65-F5344CB8AC3E}">
        <p14:creationId xmlns:p14="http://schemas.microsoft.com/office/powerpoint/2010/main" val="423123741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6B7B070-97E6-4E1A-980E-AA9A57FEB9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"/>
            <a:lum bright="-100000"/>
          </a:blip>
          <a:stretch>
            <a:fillRect/>
          </a:stretch>
        </p:blipFill>
        <p:spPr>
          <a:xfrm>
            <a:off x="-2195798" y="-102742"/>
            <a:ext cx="14540197" cy="889742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E08859B-B43B-4765-9110-0FBF7DD0112A}"/>
              </a:ext>
            </a:extLst>
          </p:cNvPr>
          <p:cNvSpPr/>
          <p:nvPr userDrawn="1"/>
        </p:nvSpPr>
        <p:spPr>
          <a:xfrm>
            <a:off x="1" y="4602066"/>
            <a:ext cx="147430" cy="2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CAA1426F-711E-49A6-8D56-1E88BB3211AA}"/>
              </a:ext>
            </a:extLst>
          </p:cNvPr>
          <p:cNvSpPr/>
          <p:nvPr userDrawn="1"/>
        </p:nvSpPr>
        <p:spPr>
          <a:xfrm>
            <a:off x="12059319" y="0"/>
            <a:ext cx="14743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0E0B715A-9B61-4743-8F10-52D01F96EBB9}"/>
              </a:ext>
            </a:extLst>
          </p:cNvPr>
          <p:cNvSpPr/>
          <p:nvPr userDrawn="1"/>
        </p:nvSpPr>
        <p:spPr>
          <a:xfrm>
            <a:off x="9602584" y="0"/>
            <a:ext cx="1676400" cy="149629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56886"/>
      </p:ext>
    </p:extLst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121196"/>
      </p:ext>
    </p:extLst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 hasCustomPrompt="1"/>
          </p:nvPr>
        </p:nvSpPr>
        <p:spPr bwMode="gray">
          <a:xfrm>
            <a:off x="540070" y="432000"/>
            <a:ext cx="11111046" cy="108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3" name="Untertitel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70" y="972000"/>
            <a:ext cx="11111046" cy="5400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Enter your subtitle here</a:t>
            </a:r>
          </a:p>
        </p:txBody>
      </p:sp>
      <p:sp>
        <p:nvSpPr>
          <p:cNvPr id="3" name="Inhalt"/>
          <p:cNvSpPr>
            <a:spLocks noGrp="1"/>
          </p:cNvSpPr>
          <p:nvPr>
            <p:ph idx="1" hasCustomPrompt="1"/>
          </p:nvPr>
        </p:nvSpPr>
        <p:spPr bwMode="gray">
          <a:xfrm>
            <a:off x="540070" y="1512000"/>
            <a:ext cx="11111046" cy="42984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um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defTabSz="912971">
              <a:defRPr/>
            </a:pPr>
            <a:endParaRPr lang="en-US" sz="1798">
              <a:solidFill>
                <a:prstClr val="black"/>
              </a:solidFill>
            </a:endParaRPr>
          </a:p>
        </p:txBody>
      </p:sp>
      <p:sp>
        <p:nvSpPr>
          <p:cNvPr id="5" name="Fußzeile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defTabSz="912971">
              <a:defRPr/>
            </a:pPr>
            <a:endParaRPr lang="en-US" sz="1798">
              <a:solidFill>
                <a:prstClr val="black"/>
              </a:solidFill>
            </a:endParaRPr>
          </a:p>
        </p:txBody>
      </p:sp>
      <p:sp>
        <p:nvSpPr>
          <p:cNvPr id="6" name="Foliennummer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pPr defTabSz="912971">
              <a:defRPr/>
            </a:pPr>
            <a:fld id="{02CEFE82-39F2-4F47-8A0C-D5AB3496FA5C}" type="slidenum">
              <a:rPr lang="en-US" sz="1798" smtClean="0">
                <a:solidFill>
                  <a:prstClr val="black"/>
                </a:solidFill>
              </a:rPr>
              <a:pPr defTabSz="912971">
                <a:defRPr/>
              </a:pPr>
              <a:t>‹Nº›</a:t>
            </a:fld>
            <a:endParaRPr lang="en-US" sz="1798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0964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19B879B-4391-4999-8315-23C08255F2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"/>
            <a:lum bright="-100000"/>
          </a:blip>
          <a:stretch>
            <a:fillRect/>
          </a:stretch>
        </p:blipFill>
        <p:spPr>
          <a:xfrm>
            <a:off x="-2195796" y="-93217"/>
            <a:ext cx="14540197" cy="8897421"/>
          </a:xfrm>
          <a:prstGeom prst="rect">
            <a:avLst/>
          </a:prstGeom>
        </p:spPr>
      </p:pic>
      <p:sp>
        <p:nvSpPr>
          <p:cNvPr id="10" name="Forma libre: forma 7">
            <a:extLst>
              <a:ext uri="{FF2B5EF4-FFF2-40B4-BE49-F238E27FC236}">
                <a16:creationId xmlns:a16="http://schemas.microsoft.com/office/drawing/2014/main" id="{97A499C1-4DAF-49D1-A288-3D759FE994E3}"/>
              </a:ext>
            </a:extLst>
          </p:cNvPr>
          <p:cNvSpPr/>
          <p:nvPr userDrawn="1"/>
        </p:nvSpPr>
        <p:spPr>
          <a:xfrm rot="10800000">
            <a:off x="8520739" y="19050"/>
            <a:ext cx="1985652" cy="1493972"/>
          </a:xfrm>
          <a:custGeom>
            <a:avLst/>
            <a:gdLst>
              <a:gd name="connsiteX0" fmla="*/ 983361 w 1985652"/>
              <a:gd name="connsiteY0" fmla="*/ 1493972 h 1493972"/>
              <a:gd name="connsiteX1" fmla="*/ 1883855 w 1985652"/>
              <a:gd name="connsiteY1" fmla="*/ 593479 h 1493972"/>
              <a:gd name="connsiteX2" fmla="*/ 1883855 w 1985652"/>
              <a:gd name="connsiteY2" fmla="*/ 101798 h 1493972"/>
              <a:gd name="connsiteX3" fmla="*/ 1883855 w 1985652"/>
              <a:gd name="connsiteY3" fmla="*/ 101798 h 1493972"/>
              <a:gd name="connsiteX4" fmla="*/ 1392174 w 1985652"/>
              <a:gd name="connsiteY4" fmla="*/ 101798 h 1493972"/>
              <a:gd name="connsiteX5" fmla="*/ 0 w 1985652"/>
              <a:gd name="connsiteY5" fmla="*/ 1493972 h 1493972"/>
              <a:gd name="connsiteX6" fmla="*/ 983361 w 1985652"/>
              <a:gd name="connsiteY6" fmla="*/ 1493972 h 1493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85652" h="1493972">
                <a:moveTo>
                  <a:pt x="983361" y="1493972"/>
                </a:moveTo>
                <a:lnTo>
                  <a:pt x="1883855" y="593479"/>
                </a:lnTo>
                <a:cubicBezTo>
                  <a:pt x="2019586" y="457748"/>
                  <a:pt x="2019586" y="237625"/>
                  <a:pt x="1883855" y="101798"/>
                </a:cubicBezTo>
                <a:lnTo>
                  <a:pt x="1883855" y="101798"/>
                </a:lnTo>
                <a:cubicBezTo>
                  <a:pt x="1748123" y="-33933"/>
                  <a:pt x="1528001" y="-33933"/>
                  <a:pt x="1392174" y="101798"/>
                </a:cubicBezTo>
                <a:lnTo>
                  <a:pt x="0" y="1493972"/>
                </a:lnTo>
                <a:lnTo>
                  <a:pt x="983361" y="1493972"/>
                </a:lnTo>
                <a:close/>
              </a:path>
            </a:pathLst>
          </a:custGeom>
          <a:solidFill>
            <a:schemeClr val="tx1">
              <a:alpha val="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1798"/>
          </a:p>
        </p:txBody>
      </p:sp>
      <p:sp>
        <p:nvSpPr>
          <p:cNvPr id="11" name="Forma libre: forma 8">
            <a:extLst>
              <a:ext uri="{FF2B5EF4-FFF2-40B4-BE49-F238E27FC236}">
                <a16:creationId xmlns:a16="http://schemas.microsoft.com/office/drawing/2014/main" id="{BF686252-3F46-4FA8-B701-A7869CE937C5}"/>
              </a:ext>
            </a:extLst>
          </p:cNvPr>
          <p:cNvSpPr/>
          <p:nvPr userDrawn="1"/>
        </p:nvSpPr>
        <p:spPr>
          <a:xfrm rot="10800000">
            <a:off x="9021442" y="1"/>
            <a:ext cx="2822257" cy="2242851"/>
          </a:xfrm>
          <a:custGeom>
            <a:avLst/>
            <a:gdLst>
              <a:gd name="connsiteX0" fmla="*/ 1199007 w 2822257"/>
              <a:gd name="connsiteY0" fmla="*/ 2242852 h 2242851"/>
              <a:gd name="connsiteX1" fmla="*/ 2693956 w 2822257"/>
              <a:gd name="connsiteY1" fmla="*/ 747903 h 2242851"/>
              <a:gd name="connsiteX2" fmla="*/ 2693956 w 2822257"/>
              <a:gd name="connsiteY2" fmla="*/ 128302 h 2242851"/>
              <a:gd name="connsiteX3" fmla="*/ 2693956 w 2822257"/>
              <a:gd name="connsiteY3" fmla="*/ 128302 h 2242851"/>
              <a:gd name="connsiteX4" fmla="*/ 2074355 w 2822257"/>
              <a:gd name="connsiteY4" fmla="*/ 128302 h 2242851"/>
              <a:gd name="connsiteX5" fmla="*/ 89916 w 2822257"/>
              <a:gd name="connsiteY5" fmla="*/ 2112550 h 2242851"/>
              <a:gd name="connsiteX6" fmla="*/ 0 w 2822257"/>
              <a:gd name="connsiteY6" fmla="*/ 2242852 h 2242851"/>
              <a:gd name="connsiteX7" fmla="*/ 1199007 w 2822257"/>
              <a:gd name="connsiteY7" fmla="*/ 2242852 h 2242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22257" h="2242851">
                <a:moveTo>
                  <a:pt x="1199007" y="2242852"/>
                </a:moveTo>
                <a:lnTo>
                  <a:pt x="2693956" y="747903"/>
                </a:lnTo>
                <a:cubicBezTo>
                  <a:pt x="2865025" y="576834"/>
                  <a:pt x="2865025" y="299371"/>
                  <a:pt x="2693956" y="128302"/>
                </a:cubicBezTo>
                <a:lnTo>
                  <a:pt x="2693956" y="128302"/>
                </a:lnTo>
                <a:cubicBezTo>
                  <a:pt x="2522887" y="-42767"/>
                  <a:pt x="2245424" y="-42767"/>
                  <a:pt x="2074355" y="128302"/>
                </a:cubicBezTo>
                <a:lnTo>
                  <a:pt x="89916" y="2112550"/>
                </a:lnTo>
                <a:cubicBezTo>
                  <a:pt x="51149" y="2151317"/>
                  <a:pt x="21241" y="2195608"/>
                  <a:pt x="0" y="2242852"/>
                </a:cubicBezTo>
                <a:lnTo>
                  <a:pt x="1199007" y="2242852"/>
                </a:lnTo>
                <a:close/>
              </a:path>
            </a:pathLst>
          </a:custGeom>
          <a:solidFill>
            <a:schemeClr val="tx1">
              <a:alpha val="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1798"/>
          </a:p>
        </p:txBody>
      </p:sp>
      <p:sp>
        <p:nvSpPr>
          <p:cNvPr id="12" name="Forma libre: forma 9">
            <a:extLst>
              <a:ext uri="{FF2B5EF4-FFF2-40B4-BE49-F238E27FC236}">
                <a16:creationId xmlns:a16="http://schemas.microsoft.com/office/drawing/2014/main" id="{C83FFDA7-A7FB-4792-B8D5-05493BF21F68}"/>
              </a:ext>
            </a:extLst>
          </p:cNvPr>
          <p:cNvSpPr/>
          <p:nvPr userDrawn="1"/>
        </p:nvSpPr>
        <p:spPr>
          <a:xfrm rot="10800000">
            <a:off x="10358748" y="2"/>
            <a:ext cx="1985652" cy="1493972"/>
          </a:xfrm>
          <a:custGeom>
            <a:avLst/>
            <a:gdLst>
              <a:gd name="connsiteX0" fmla="*/ 983361 w 1985652"/>
              <a:gd name="connsiteY0" fmla="*/ 1493972 h 1493972"/>
              <a:gd name="connsiteX1" fmla="*/ 1883855 w 1985652"/>
              <a:gd name="connsiteY1" fmla="*/ 593479 h 1493972"/>
              <a:gd name="connsiteX2" fmla="*/ 1883855 w 1985652"/>
              <a:gd name="connsiteY2" fmla="*/ 101798 h 1493972"/>
              <a:gd name="connsiteX3" fmla="*/ 1883855 w 1985652"/>
              <a:gd name="connsiteY3" fmla="*/ 101798 h 1493972"/>
              <a:gd name="connsiteX4" fmla="*/ 1392174 w 1985652"/>
              <a:gd name="connsiteY4" fmla="*/ 101798 h 1493972"/>
              <a:gd name="connsiteX5" fmla="*/ 0 w 1985652"/>
              <a:gd name="connsiteY5" fmla="*/ 1493972 h 1493972"/>
              <a:gd name="connsiteX6" fmla="*/ 983361 w 1985652"/>
              <a:gd name="connsiteY6" fmla="*/ 1493972 h 1493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85652" h="1493972">
                <a:moveTo>
                  <a:pt x="983361" y="1493972"/>
                </a:moveTo>
                <a:lnTo>
                  <a:pt x="1883855" y="593479"/>
                </a:lnTo>
                <a:cubicBezTo>
                  <a:pt x="2019586" y="457748"/>
                  <a:pt x="2019586" y="237625"/>
                  <a:pt x="1883855" y="101798"/>
                </a:cubicBezTo>
                <a:lnTo>
                  <a:pt x="1883855" y="101798"/>
                </a:lnTo>
                <a:cubicBezTo>
                  <a:pt x="1748123" y="-33933"/>
                  <a:pt x="1528001" y="-33933"/>
                  <a:pt x="1392174" y="101798"/>
                </a:cubicBezTo>
                <a:lnTo>
                  <a:pt x="0" y="1493972"/>
                </a:lnTo>
                <a:lnTo>
                  <a:pt x="983361" y="1493972"/>
                </a:lnTo>
                <a:close/>
              </a:path>
            </a:pathLst>
          </a:custGeom>
          <a:solidFill>
            <a:schemeClr val="tx1">
              <a:alpha val="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1798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A810F345-0B7E-4435-B3CE-95C2D7C0D292}"/>
              </a:ext>
            </a:extLst>
          </p:cNvPr>
          <p:cNvSpPr/>
          <p:nvPr userDrawn="1"/>
        </p:nvSpPr>
        <p:spPr>
          <a:xfrm>
            <a:off x="1" y="4602066"/>
            <a:ext cx="147430" cy="2274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2C1212D4-3673-42FE-8B1B-C2FB4C6D468F}"/>
              </a:ext>
            </a:extLst>
          </p:cNvPr>
          <p:cNvSpPr/>
          <p:nvPr userDrawn="1"/>
        </p:nvSpPr>
        <p:spPr>
          <a:xfrm>
            <a:off x="12044571" y="0"/>
            <a:ext cx="14743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E327433E-30E2-47CA-8887-C331EF4BB157}"/>
              </a:ext>
            </a:extLst>
          </p:cNvPr>
          <p:cNvSpPr/>
          <p:nvPr userDrawn="1"/>
        </p:nvSpPr>
        <p:spPr>
          <a:xfrm>
            <a:off x="9602584" y="1"/>
            <a:ext cx="1676400" cy="14962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</p:spTree>
    <p:extLst>
      <p:ext uri="{BB962C8B-B14F-4D97-AF65-F5344CB8AC3E}">
        <p14:creationId xmlns:p14="http://schemas.microsoft.com/office/powerpoint/2010/main" val="145343137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052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image" Target="../media/image1.tif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image" Target="../media/image2.tif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8.tif" descr="image18.tif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 flipH="1">
            <a:off x="0" y="-25400"/>
            <a:ext cx="12192000" cy="685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image5.tif" descr="image5.tif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4931633" y="6194582"/>
            <a:ext cx="2328734" cy="100085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ángulo"/>
          <p:cNvSpPr/>
          <p:nvPr/>
        </p:nvSpPr>
        <p:spPr>
          <a:xfrm>
            <a:off x="-25402" y="-25400"/>
            <a:ext cx="428529" cy="6908800"/>
          </a:xfrm>
          <a:prstGeom prst="rect">
            <a:avLst/>
          </a:prstGeom>
          <a:solidFill>
            <a:srgbClr val="5E5E5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Aptos SemiBold"/>
                <a:ea typeface="Aptos SemiBold"/>
                <a:cs typeface="Aptos SemiBold"/>
                <a:sym typeface="Aptos SemiBold"/>
              </a:defRPr>
            </a:pPr>
            <a:endParaRPr sz="1600"/>
          </a:p>
        </p:txBody>
      </p:sp>
      <p:sp>
        <p:nvSpPr>
          <p:cNvPr id="5" name="© 2024 | ORGANIZACIÓN SORIANA"/>
          <p:cNvSpPr txBox="1"/>
          <p:nvPr/>
        </p:nvSpPr>
        <p:spPr>
          <a:xfrm rot="16200000">
            <a:off x="-1440688" y="3359330"/>
            <a:ext cx="3259102" cy="13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5179" tIns="15179" rIns="15179" bIns="15179" anchor="ctr">
            <a:spAutoFit/>
          </a:bodyPr>
          <a:lstStyle>
            <a:lvl1pPr algn="ctr" defTabSz="567972">
              <a:lnSpc>
                <a:spcPct val="80000"/>
              </a:lnSpc>
              <a:spcBef>
                <a:spcPts val="2200"/>
              </a:spcBef>
              <a:defRPr sz="1700" spc="425">
                <a:solidFill>
                  <a:srgbClr val="FFFFFF"/>
                </a:solidFill>
                <a:latin typeface="Aptos Display Bold"/>
                <a:ea typeface="Aptos Display Bold"/>
                <a:cs typeface="Aptos Display Bold"/>
                <a:sym typeface="Aptos Display Bold"/>
              </a:defRPr>
            </a:lvl1pPr>
          </a:lstStyle>
          <a:p>
            <a:r>
              <a:rPr sz="850"/>
              <a:t>© 2026 | ORGANIZACIÓN SORIANA</a:t>
            </a:r>
          </a:p>
        </p:txBody>
      </p:sp>
      <p:pic>
        <p:nvPicPr>
          <p:cNvPr id="6" name="Recurso 1@4x.png" descr="Recurso 1@4x.png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5516500" y="6483150"/>
            <a:ext cx="1159002" cy="289752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xto del título"/>
          <p:cNvSpPr txBox="1">
            <a:spLocks noGrp="1"/>
          </p:cNvSpPr>
          <p:nvPr>
            <p:ph type="title"/>
          </p:nvPr>
        </p:nvSpPr>
        <p:spPr>
          <a:xfrm>
            <a:off x="1617962" y="130200"/>
            <a:ext cx="9753601" cy="1249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01600" tIns="101600" rIns="101600" bIns="101600" anchor="ctr">
            <a:normAutofit/>
          </a:bodyPr>
          <a:lstStyle/>
          <a:p>
            <a:r>
              <a:rPr err="1"/>
              <a:t>Texto</a:t>
            </a:r>
            <a:r>
              <a:t> del </a:t>
            </a:r>
            <a:r>
              <a:rPr err="1"/>
              <a:t>título</a:t>
            </a:r>
            <a:endParaRPr/>
          </a:p>
        </p:txBody>
      </p:sp>
      <p:sp>
        <p:nvSpPr>
          <p:cNvPr id="8" name="Nivel de texto 1…"/>
          <p:cNvSpPr txBox="1">
            <a:spLocks noGrp="1"/>
          </p:cNvSpPr>
          <p:nvPr>
            <p:ph type="body" idx="1"/>
          </p:nvPr>
        </p:nvSpPr>
        <p:spPr>
          <a:xfrm>
            <a:off x="7162892" y="1917095"/>
            <a:ext cx="4775201" cy="4380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01600" tIns="101600" rIns="101600" bIns="101600" anchor="ctr">
            <a:normAutofit/>
          </a:bodyPr>
          <a:lstStyle/>
          <a:p>
            <a:r>
              <a:rPr lang="es-MX"/>
              <a:t>RENTABILIZAR EL NEGOCIO</a:t>
            </a:r>
          </a:p>
          <a:p>
            <a:r>
              <a:rPr lang="es-MX"/>
              <a:t>COMPLETAR EL DESPLIEGUE DE PROYECTOS</a:t>
            </a:r>
            <a:endParaRPr/>
          </a:p>
          <a:p>
            <a:pPr lvl="2"/>
            <a:r>
              <a:rPr lang="es-MX"/>
              <a:t>PROGRAMA NORMANDIA</a:t>
            </a:r>
          </a:p>
          <a:p>
            <a:pPr lvl="2"/>
            <a:r>
              <a:rPr lang="es-MX"/>
              <a:t>EXPERIENCIA DEL CLIENTE SORIANA</a:t>
            </a:r>
          </a:p>
          <a:p>
            <a:pPr lvl="2"/>
            <a:r>
              <a:rPr lang="es-MX"/>
              <a:t>OPERAR SIN DISRRUPCION EN TI &amp; SEGURIDAD</a:t>
            </a:r>
          </a:p>
          <a:p>
            <a:pPr lvl="4"/>
            <a:endParaRPr/>
          </a:p>
        </p:txBody>
      </p:sp>
      <p:sp>
        <p:nvSpPr>
          <p:cNvPr id="9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5951010" y="6486709"/>
            <a:ext cx="283732" cy="24109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292100">
              <a:lnSpc>
                <a:spcPct val="100000"/>
              </a:lnSpc>
              <a:spcBef>
                <a:spcPts val="0"/>
              </a:spcBef>
              <a:defRPr sz="900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0603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8" r:id="rId1"/>
    <p:sldLayoutId id="2147484201" r:id="rId2"/>
    <p:sldLayoutId id="2147484180" r:id="rId3"/>
    <p:sldLayoutId id="2147484181" r:id="rId4"/>
    <p:sldLayoutId id="2147484182" r:id="rId5"/>
    <p:sldLayoutId id="2147484183" r:id="rId6"/>
    <p:sldLayoutId id="2147484200" r:id="rId7"/>
    <p:sldLayoutId id="2147484197" r:id="rId8"/>
    <p:sldLayoutId id="2147484198" r:id="rId9"/>
    <p:sldLayoutId id="2147484199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  <p:sldLayoutId id="2147483730" r:id="rId20"/>
    <p:sldLayoutId id="2147483731" r:id="rId21"/>
    <p:sldLayoutId id="2147483732" r:id="rId22"/>
    <p:sldLayoutId id="2147483733" r:id="rId23"/>
    <p:sldLayoutId id="2147483734" r:id="rId24"/>
    <p:sldLayoutId id="2147483735" r:id="rId25"/>
    <p:sldLayoutId id="2147483736" r:id="rId26"/>
    <p:sldLayoutId id="2147483737" r:id="rId27"/>
    <p:sldLayoutId id="2147483738" r:id="rId28"/>
    <p:sldLayoutId id="2147483739" r:id="rId29"/>
    <p:sldLayoutId id="2147483740" r:id="rId30"/>
    <p:sldLayoutId id="2147483741" r:id="rId31"/>
    <p:sldLayoutId id="2147483742" r:id="rId32"/>
    <p:sldLayoutId id="2147483743" r:id="rId33"/>
    <p:sldLayoutId id="2147483744" r:id="rId34"/>
    <p:sldLayoutId id="2147483745" r:id="rId35"/>
    <p:sldLayoutId id="2147483746" r:id="rId36"/>
    <p:sldLayoutId id="2147483747" r:id="rId37"/>
    <p:sldLayoutId id="2147483748" r:id="rId38"/>
    <p:sldLayoutId id="2147483749" r:id="rId39"/>
    <p:sldLayoutId id="2147483750" r:id="rId40"/>
    <p:sldLayoutId id="2147483751" r:id="rId41"/>
    <p:sldLayoutId id="2147483752" r:id="rId42"/>
    <p:sldLayoutId id="2147483753" r:id="rId43"/>
    <p:sldLayoutId id="2147483754" r:id="rId44"/>
    <p:sldLayoutId id="2147483755" r:id="rId45"/>
    <p:sldLayoutId id="2147483756" r:id="rId46"/>
    <p:sldLayoutId id="2147483757" r:id="rId47"/>
    <p:sldLayoutId id="2147483758" r:id="rId48"/>
    <p:sldLayoutId id="2147483761" r:id="rId49"/>
    <p:sldLayoutId id="2147483763" r:id="rId50"/>
    <p:sldLayoutId id="2147483764" r:id="rId51"/>
    <p:sldLayoutId id="2147483767" r:id="rId52"/>
    <p:sldLayoutId id="2147483985" r:id="rId53"/>
    <p:sldLayoutId id="2147483661" r:id="rId54"/>
    <p:sldLayoutId id="2147483662" r:id="rId55"/>
    <p:sldLayoutId id="2147483664" r:id="rId56"/>
    <p:sldLayoutId id="2147483670" r:id="rId57"/>
    <p:sldLayoutId id="2147483948" r:id="rId58"/>
    <p:sldLayoutId id="2147483949" r:id="rId59"/>
    <p:sldLayoutId id="2147483675" r:id="rId60"/>
    <p:sldLayoutId id="2147483951" r:id="rId61"/>
    <p:sldLayoutId id="2147483678" r:id="rId62"/>
    <p:sldLayoutId id="2147483953" r:id="rId63"/>
    <p:sldLayoutId id="2147483682" r:id="rId64"/>
    <p:sldLayoutId id="2147483954" r:id="rId65"/>
    <p:sldLayoutId id="2147483688" r:id="rId66"/>
    <p:sldLayoutId id="2147483957" r:id="rId67"/>
    <p:sldLayoutId id="2147483692" r:id="rId68"/>
    <p:sldLayoutId id="2147483958" r:id="rId69"/>
    <p:sldLayoutId id="2147483960" r:id="rId70"/>
    <p:sldLayoutId id="2147483961" r:id="rId71"/>
    <p:sldLayoutId id="2147483962" r:id="rId72"/>
    <p:sldLayoutId id="2147483698" r:id="rId73"/>
    <p:sldLayoutId id="2147483699" r:id="rId74"/>
    <p:sldLayoutId id="2147483967" r:id="rId75"/>
    <p:sldLayoutId id="2147483711" r:id="rId76"/>
    <p:sldLayoutId id="2147483712" r:id="rId77"/>
    <p:sldLayoutId id="2147483713" r:id="rId78"/>
    <p:sldLayoutId id="2147483716" r:id="rId79"/>
    <p:sldLayoutId id="2147484045" r:id="rId80"/>
    <p:sldLayoutId id="2147484096" r:id="rId81"/>
    <p:sldLayoutId id="2147484099" r:id="rId82"/>
  </p:sldLayoutIdLst>
  <p:transition spd="med"/>
  <p:txStyles>
    <p:title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Aptos Bold"/>
          <a:ea typeface="Aptos Bold"/>
          <a:cs typeface="Aptos Bold"/>
          <a:sym typeface="Aptos Bold"/>
        </a:defRPr>
      </a:lvl1pPr>
      <a:lvl2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Aptos Bold"/>
          <a:ea typeface="Aptos Bold"/>
          <a:cs typeface="Aptos Bold"/>
          <a:sym typeface="Aptos Bold"/>
        </a:defRPr>
      </a:lvl2pPr>
      <a:lvl3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Aptos Bold"/>
          <a:ea typeface="Aptos Bold"/>
          <a:cs typeface="Aptos Bold"/>
          <a:sym typeface="Aptos Bold"/>
        </a:defRPr>
      </a:lvl3pPr>
      <a:lvl4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Aptos Bold"/>
          <a:ea typeface="Aptos Bold"/>
          <a:cs typeface="Aptos Bold"/>
          <a:sym typeface="Aptos Bold"/>
        </a:defRPr>
      </a:lvl4pPr>
      <a:lvl5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Aptos Bold"/>
          <a:ea typeface="Aptos Bold"/>
          <a:cs typeface="Aptos Bold"/>
          <a:sym typeface="Aptos Bold"/>
        </a:defRPr>
      </a:lvl5pPr>
      <a:lvl6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Aptos Bold"/>
          <a:ea typeface="Aptos Bold"/>
          <a:cs typeface="Aptos Bold"/>
          <a:sym typeface="Aptos Bold"/>
        </a:defRPr>
      </a:lvl6pPr>
      <a:lvl7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Aptos Bold"/>
          <a:ea typeface="Aptos Bold"/>
          <a:cs typeface="Aptos Bold"/>
          <a:sym typeface="Aptos Bold"/>
        </a:defRPr>
      </a:lvl7pPr>
      <a:lvl8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Aptos Bold"/>
          <a:ea typeface="Aptos Bold"/>
          <a:cs typeface="Aptos Bold"/>
          <a:sym typeface="Aptos Bold"/>
        </a:defRPr>
      </a:lvl8pPr>
      <a:lvl9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Aptos Bold"/>
          <a:ea typeface="Aptos Bold"/>
          <a:cs typeface="Aptos Bold"/>
          <a:sym typeface="Aptos Bold"/>
        </a:defRPr>
      </a:lvl9pPr>
    </p:titleStyle>
    <p:bodyStyle>
      <a:lvl1pPr marL="31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47625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6350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79375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952500" marR="0" indent="-317500" algn="l" defTabSz="412750" eaLnBrk="1" fontAlgn="auto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111125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12700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142875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158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bodyStyle>
    <p:otherStyle>
      <a:lvl1pPr marL="0" marR="0" indent="0" algn="ctr" defTabSz="2921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Display"/>
        </a:defRPr>
      </a:lvl1pPr>
      <a:lvl2pPr marL="0" marR="0" indent="228600" algn="ctr" defTabSz="2921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Display"/>
        </a:defRPr>
      </a:lvl2pPr>
      <a:lvl3pPr marL="0" marR="0" indent="457200" algn="ctr" defTabSz="2921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Display"/>
        </a:defRPr>
      </a:lvl3pPr>
      <a:lvl4pPr marL="0" marR="0" indent="685800" algn="ctr" defTabSz="2921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Display"/>
        </a:defRPr>
      </a:lvl4pPr>
      <a:lvl5pPr marL="0" marR="0" indent="914400" algn="ctr" defTabSz="2921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Display"/>
        </a:defRPr>
      </a:lvl5pPr>
      <a:lvl6pPr marL="0" marR="0" indent="1143000" algn="ctr" defTabSz="2921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Display"/>
        </a:defRPr>
      </a:lvl6pPr>
      <a:lvl7pPr marL="0" marR="0" indent="1371600" algn="ctr" defTabSz="2921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Display"/>
        </a:defRPr>
      </a:lvl7pPr>
      <a:lvl8pPr marL="0" marR="0" indent="1600200" algn="ctr" defTabSz="2921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Display"/>
        </a:defRPr>
      </a:lvl8pPr>
      <a:lvl9pPr marL="0" marR="0" indent="1828800" algn="ctr" defTabSz="2921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Display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0223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3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7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58B3139A-72FA-69DA-CD08-A7C71D9FD884}"/>
              </a:ext>
            </a:extLst>
          </p:cNvPr>
          <p:cNvSpPr/>
          <p:nvPr/>
        </p:nvSpPr>
        <p:spPr>
          <a:xfrm>
            <a:off x="591402" y="2018361"/>
            <a:ext cx="10918209" cy="4553626"/>
          </a:xfrm>
          <a:prstGeom prst="triangle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MX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361" name="Imagen" descr="Imagen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59115" y="5786608"/>
            <a:ext cx="1363631" cy="340589"/>
          </a:xfrm>
          <a:prstGeom prst="rect">
            <a:avLst/>
          </a:prstGeom>
          <a:ln w="12700">
            <a:miter lim="400000"/>
          </a:ln>
        </p:spPr>
      </p:pic>
      <p:sp>
        <p:nvSpPr>
          <p:cNvPr id="362" name="TRANSFORMAMOS"/>
          <p:cNvSpPr txBox="1"/>
          <p:nvPr/>
        </p:nvSpPr>
        <p:spPr>
          <a:xfrm>
            <a:off x="2272455" y="5127453"/>
            <a:ext cx="7784888" cy="65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ctr">
              <a:defRPr sz="7900" spc="1975">
                <a:gradFill flip="none" rotWithShape="1">
                  <a:gsLst>
                    <a:gs pos="0">
                      <a:srgbClr val="FFFFFF"/>
                    </a:gs>
                    <a:gs pos="100000">
                      <a:srgbClr val="BABABA"/>
                    </a:gs>
                  </a:gsLst>
                  <a:lin ang="5400000" scaled="0"/>
                </a:gradFill>
                <a:latin typeface="Aptos Black"/>
                <a:ea typeface="Aptos Black"/>
                <a:cs typeface="Aptos Black"/>
                <a:sym typeface="Aptos Black"/>
              </a:defRPr>
            </a:lvl1pPr>
          </a:lstStyle>
          <a:p>
            <a:r>
              <a:rPr sz="3950"/>
              <a:t>TRANSFORMAMOS</a:t>
            </a:r>
          </a:p>
        </p:txBody>
      </p:sp>
      <p:sp>
        <p:nvSpPr>
          <p:cNvPr id="363" name="JUNTOS"/>
          <p:cNvSpPr txBox="1"/>
          <p:nvPr/>
        </p:nvSpPr>
        <p:spPr>
          <a:xfrm>
            <a:off x="4529961" y="4686830"/>
            <a:ext cx="3108736" cy="597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ctr">
              <a:defRPr sz="7100" spc="1775">
                <a:gradFill flip="none" rotWithShape="1">
                  <a:gsLst>
                    <a:gs pos="0">
                      <a:srgbClr val="D03A2B"/>
                    </a:gs>
                    <a:gs pos="100000">
                      <a:srgbClr val="A03732"/>
                    </a:gs>
                  </a:gsLst>
                  <a:lin ang="5400000" scaled="0"/>
                </a:gradFill>
                <a:latin typeface="Aptos Black"/>
                <a:ea typeface="Aptos Black"/>
                <a:cs typeface="Aptos Black"/>
                <a:sym typeface="Aptos Black"/>
              </a:defRPr>
            </a:lvl1pPr>
          </a:lstStyle>
          <a:p>
            <a:r>
              <a:rPr sz="3550"/>
              <a:t>JUNTOS</a:t>
            </a:r>
          </a:p>
        </p:txBody>
      </p:sp>
      <p:sp>
        <p:nvSpPr>
          <p:cNvPr id="364" name="Figura"/>
          <p:cNvSpPr/>
          <p:nvPr/>
        </p:nvSpPr>
        <p:spPr>
          <a:xfrm>
            <a:off x="4644444" y="1731758"/>
            <a:ext cx="2903113" cy="29031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45" h="21145" extrusionOk="0">
                <a:moveTo>
                  <a:pt x="10570" y="21145"/>
                </a:moveTo>
                <a:cubicBezTo>
                  <a:pt x="9324" y="21145"/>
                  <a:pt x="8152" y="20661"/>
                  <a:pt x="7270" y="19780"/>
                </a:cubicBezTo>
                <a:lnTo>
                  <a:pt x="1365" y="13869"/>
                </a:lnTo>
                <a:cubicBezTo>
                  <a:pt x="-455" y="12049"/>
                  <a:pt x="-455" y="9091"/>
                  <a:pt x="1365" y="7270"/>
                </a:cubicBezTo>
                <a:lnTo>
                  <a:pt x="7270" y="1365"/>
                </a:lnTo>
                <a:cubicBezTo>
                  <a:pt x="9091" y="-455"/>
                  <a:pt x="12049" y="-455"/>
                  <a:pt x="13869" y="1365"/>
                </a:cubicBezTo>
                <a:lnTo>
                  <a:pt x="19780" y="7270"/>
                </a:lnTo>
                <a:cubicBezTo>
                  <a:pt x="20661" y="8152"/>
                  <a:pt x="21145" y="9324"/>
                  <a:pt x="21145" y="10570"/>
                </a:cubicBezTo>
                <a:cubicBezTo>
                  <a:pt x="21145" y="11816"/>
                  <a:pt x="20661" y="12987"/>
                  <a:pt x="19780" y="13869"/>
                </a:cubicBezTo>
                <a:lnTo>
                  <a:pt x="13875" y="19780"/>
                </a:lnTo>
                <a:cubicBezTo>
                  <a:pt x="12993" y="20661"/>
                  <a:pt x="11821" y="21145"/>
                  <a:pt x="10570" y="21145"/>
                </a:cubicBezTo>
                <a:close/>
                <a:moveTo>
                  <a:pt x="10570" y="1138"/>
                </a:moveTo>
                <a:cubicBezTo>
                  <a:pt x="9665" y="1138"/>
                  <a:pt x="8761" y="1479"/>
                  <a:pt x="8072" y="2167"/>
                </a:cubicBezTo>
                <a:lnTo>
                  <a:pt x="2167" y="8078"/>
                </a:lnTo>
                <a:cubicBezTo>
                  <a:pt x="791" y="9455"/>
                  <a:pt x="791" y="11690"/>
                  <a:pt x="2167" y="13067"/>
                </a:cubicBezTo>
                <a:lnTo>
                  <a:pt x="8072" y="18972"/>
                </a:lnTo>
                <a:cubicBezTo>
                  <a:pt x="8738" y="19637"/>
                  <a:pt x="9625" y="20007"/>
                  <a:pt x="10570" y="20007"/>
                </a:cubicBezTo>
                <a:cubicBezTo>
                  <a:pt x="11514" y="20007"/>
                  <a:pt x="12396" y="19637"/>
                  <a:pt x="13067" y="18972"/>
                </a:cubicBezTo>
                <a:lnTo>
                  <a:pt x="18972" y="13067"/>
                </a:lnTo>
                <a:cubicBezTo>
                  <a:pt x="19637" y="12401"/>
                  <a:pt x="20007" y="11514"/>
                  <a:pt x="20007" y="10570"/>
                </a:cubicBezTo>
                <a:cubicBezTo>
                  <a:pt x="20007" y="9625"/>
                  <a:pt x="19637" y="8744"/>
                  <a:pt x="18972" y="8072"/>
                </a:cubicBezTo>
                <a:lnTo>
                  <a:pt x="13067" y="2167"/>
                </a:lnTo>
                <a:cubicBezTo>
                  <a:pt x="12379" y="1479"/>
                  <a:pt x="11474" y="1138"/>
                  <a:pt x="10570" y="1138"/>
                </a:cubicBezTo>
                <a:close/>
              </a:path>
            </a:pathLst>
          </a:custGeom>
          <a:gradFill>
            <a:gsLst>
              <a:gs pos="0">
                <a:srgbClr val="ADB439"/>
              </a:gs>
              <a:gs pos="100000">
                <a:srgbClr val="7A8029"/>
              </a:gs>
            </a:gsLst>
            <a:lin ang="54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grpSp>
        <p:nvGrpSpPr>
          <p:cNvPr id="374" name="Agrupar"/>
          <p:cNvGrpSpPr/>
          <p:nvPr/>
        </p:nvGrpSpPr>
        <p:grpSpPr>
          <a:xfrm>
            <a:off x="5506313" y="2590129"/>
            <a:ext cx="1238368" cy="1036931"/>
            <a:chOff x="0" y="0"/>
            <a:chExt cx="2476734" cy="2073860"/>
          </a:xfrm>
        </p:grpSpPr>
        <p:sp>
          <p:nvSpPr>
            <p:cNvPr id="365" name="Figura"/>
            <p:cNvSpPr/>
            <p:nvPr/>
          </p:nvSpPr>
          <p:spPr>
            <a:xfrm>
              <a:off x="43847" y="412644"/>
              <a:ext cx="637349" cy="16612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266" y="3939"/>
                  </a:moveTo>
                  <a:cubicBezTo>
                    <a:pt x="10266" y="1764"/>
                    <a:pt x="5667" y="0"/>
                    <a:pt x="0" y="0"/>
                  </a:cubicBezTo>
                  <a:lnTo>
                    <a:pt x="0" y="13313"/>
                  </a:lnTo>
                  <a:cubicBezTo>
                    <a:pt x="0" y="17875"/>
                    <a:pt x="9708" y="21600"/>
                    <a:pt x="21600" y="21600"/>
                  </a:cubicBezTo>
                  <a:lnTo>
                    <a:pt x="21600" y="17644"/>
                  </a:lnTo>
                  <a:cubicBezTo>
                    <a:pt x="15329" y="17644"/>
                    <a:pt x="10266" y="15701"/>
                    <a:pt x="10266" y="13295"/>
                  </a:cubicBezTo>
                  <a:lnTo>
                    <a:pt x="10266" y="8947"/>
                  </a:lnTo>
                  <a:lnTo>
                    <a:pt x="21600" y="8947"/>
                  </a:lnTo>
                  <a:lnTo>
                    <a:pt x="21600" y="5008"/>
                  </a:lnTo>
                  <a:lnTo>
                    <a:pt x="10266" y="5008"/>
                  </a:lnTo>
                  <a:lnTo>
                    <a:pt x="10266" y="3939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algn="ctr" defTabSz="412750">
                <a:defRPr sz="3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66" name="Figura"/>
            <p:cNvSpPr/>
            <p:nvPr/>
          </p:nvSpPr>
          <p:spPr>
            <a:xfrm>
              <a:off x="1465201" y="1026690"/>
              <a:ext cx="233010" cy="2330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09" y="21600"/>
                  </a:moveTo>
                  <a:lnTo>
                    <a:pt x="16391" y="21600"/>
                  </a:lnTo>
                  <a:cubicBezTo>
                    <a:pt x="19313" y="21600"/>
                    <a:pt x="21600" y="19186"/>
                    <a:pt x="21600" y="16391"/>
                  </a:cubicBezTo>
                  <a:lnTo>
                    <a:pt x="21600" y="5209"/>
                  </a:lnTo>
                  <a:cubicBezTo>
                    <a:pt x="21600" y="2287"/>
                    <a:pt x="19186" y="0"/>
                    <a:pt x="16391" y="0"/>
                  </a:cubicBezTo>
                  <a:lnTo>
                    <a:pt x="5209" y="0"/>
                  </a:lnTo>
                  <a:cubicBezTo>
                    <a:pt x="2287" y="0"/>
                    <a:pt x="0" y="2414"/>
                    <a:pt x="0" y="5209"/>
                  </a:cubicBezTo>
                  <a:lnTo>
                    <a:pt x="0" y="16391"/>
                  </a:lnTo>
                  <a:cubicBezTo>
                    <a:pt x="0" y="19313"/>
                    <a:pt x="2287" y="21600"/>
                    <a:pt x="5209" y="2160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algn="ctr" defTabSz="412750">
                <a:defRPr sz="3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67" name="Figura"/>
            <p:cNvSpPr/>
            <p:nvPr/>
          </p:nvSpPr>
          <p:spPr>
            <a:xfrm>
              <a:off x="1463830" y="1817549"/>
              <a:ext cx="241234" cy="2412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832" y="0"/>
                  </a:moveTo>
                  <a:lnTo>
                    <a:pt x="5768" y="0"/>
                  </a:lnTo>
                  <a:cubicBezTo>
                    <a:pt x="2577" y="0"/>
                    <a:pt x="0" y="2577"/>
                    <a:pt x="0" y="5768"/>
                  </a:cubicBezTo>
                  <a:lnTo>
                    <a:pt x="0" y="15832"/>
                  </a:lnTo>
                  <a:cubicBezTo>
                    <a:pt x="0" y="19023"/>
                    <a:pt x="2577" y="21600"/>
                    <a:pt x="5768" y="21600"/>
                  </a:cubicBezTo>
                  <a:lnTo>
                    <a:pt x="15832" y="21600"/>
                  </a:lnTo>
                  <a:cubicBezTo>
                    <a:pt x="19023" y="21600"/>
                    <a:pt x="21600" y="19023"/>
                    <a:pt x="21600" y="15832"/>
                  </a:cubicBezTo>
                  <a:lnTo>
                    <a:pt x="21600" y="5768"/>
                  </a:lnTo>
                  <a:cubicBezTo>
                    <a:pt x="21600" y="2577"/>
                    <a:pt x="19023" y="0"/>
                    <a:pt x="15832" y="0"/>
                  </a:cubicBezTo>
                  <a:close/>
                  <a:moveTo>
                    <a:pt x="15341" y="14727"/>
                  </a:moveTo>
                  <a:cubicBezTo>
                    <a:pt x="15341" y="14973"/>
                    <a:pt x="15095" y="15218"/>
                    <a:pt x="14850" y="15218"/>
                  </a:cubicBezTo>
                  <a:lnTo>
                    <a:pt x="6995" y="15218"/>
                  </a:lnTo>
                  <a:cubicBezTo>
                    <a:pt x="6750" y="15218"/>
                    <a:pt x="6505" y="14973"/>
                    <a:pt x="6505" y="14727"/>
                  </a:cubicBezTo>
                  <a:lnTo>
                    <a:pt x="6505" y="6873"/>
                  </a:lnTo>
                  <a:cubicBezTo>
                    <a:pt x="6505" y="6627"/>
                    <a:pt x="6750" y="6382"/>
                    <a:pt x="6995" y="6382"/>
                  </a:cubicBezTo>
                  <a:lnTo>
                    <a:pt x="14850" y="6382"/>
                  </a:lnTo>
                  <a:cubicBezTo>
                    <a:pt x="15095" y="6382"/>
                    <a:pt x="15341" y="6627"/>
                    <a:pt x="15341" y="6873"/>
                  </a:cubicBezTo>
                  <a:lnTo>
                    <a:pt x="15341" y="14727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algn="ctr" defTabSz="412750">
                <a:defRPr sz="3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68" name="Figura"/>
            <p:cNvSpPr/>
            <p:nvPr/>
          </p:nvSpPr>
          <p:spPr>
            <a:xfrm>
              <a:off x="1854463" y="1026690"/>
              <a:ext cx="233010" cy="2330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391" y="0"/>
                  </a:moveTo>
                  <a:lnTo>
                    <a:pt x="5209" y="0"/>
                  </a:lnTo>
                  <a:cubicBezTo>
                    <a:pt x="2287" y="0"/>
                    <a:pt x="0" y="2414"/>
                    <a:pt x="0" y="5209"/>
                  </a:cubicBezTo>
                  <a:lnTo>
                    <a:pt x="0" y="16391"/>
                  </a:lnTo>
                  <a:cubicBezTo>
                    <a:pt x="0" y="19313"/>
                    <a:pt x="2414" y="21600"/>
                    <a:pt x="5209" y="21600"/>
                  </a:cubicBezTo>
                  <a:lnTo>
                    <a:pt x="16391" y="21600"/>
                  </a:lnTo>
                  <a:cubicBezTo>
                    <a:pt x="19313" y="21600"/>
                    <a:pt x="21600" y="19186"/>
                    <a:pt x="21600" y="16391"/>
                  </a:cubicBezTo>
                  <a:lnTo>
                    <a:pt x="21600" y="5209"/>
                  </a:lnTo>
                  <a:cubicBezTo>
                    <a:pt x="21600" y="2287"/>
                    <a:pt x="19313" y="0"/>
                    <a:pt x="16391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algn="ctr" defTabSz="412750">
                <a:defRPr sz="3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69" name="Figura"/>
            <p:cNvSpPr/>
            <p:nvPr/>
          </p:nvSpPr>
          <p:spPr>
            <a:xfrm>
              <a:off x="2243725" y="1026690"/>
              <a:ext cx="233010" cy="2330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391" y="0"/>
                  </a:moveTo>
                  <a:lnTo>
                    <a:pt x="5209" y="0"/>
                  </a:lnTo>
                  <a:cubicBezTo>
                    <a:pt x="2287" y="0"/>
                    <a:pt x="0" y="2414"/>
                    <a:pt x="0" y="5209"/>
                  </a:cubicBezTo>
                  <a:lnTo>
                    <a:pt x="0" y="16391"/>
                  </a:lnTo>
                  <a:cubicBezTo>
                    <a:pt x="0" y="19313"/>
                    <a:pt x="2414" y="21600"/>
                    <a:pt x="5209" y="21600"/>
                  </a:cubicBezTo>
                  <a:lnTo>
                    <a:pt x="16391" y="21600"/>
                  </a:lnTo>
                  <a:cubicBezTo>
                    <a:pt x="19313" y="21600"/>
                    <a:pt x="21600" y="19186"/>
                    <a:pt x="21600" y="16391"/>
                  </a:cubicBezTo>
                  <a:lnTo>
                    <a:pt x="21600" y="5209"/>
                  </a:lnTo>
                  <a:cubicBezTo>
                    <a:pt x="21600" y="2287"/>
                    <a:pt x="19313" y="0"/>
                    <a:pt x="16391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algn="ctr" defTabSz="412750">
                <a:defRPr sz="3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70" name="Figura"/>
            <p:cNvSpPr/>
            <p:nvPr/>
          </p:nvSpPr>
          <p:spPr>
            <a:xfrm>
              <a:off x="1854463" y="1424176"/>
              <a:ext cx="233010" cy="2330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391" y="0"/>
                  </a:moveTo>
                  <a:lnTo>
                    <a:pt x="5209" y="0"/>
                  </a:lnTo>
                  <a:cubicBezTo>
                    <a:pt x="2287" y="0"/>
                    <a:pt x="0" y="2414"/>
                    <a:pt x="0" y="5209"/>
                  </a:cubicBezTo>
                  <a:lnTo>
                    <a:pt x="0" y="16391"/>
                  </a:lnTo>
                  <a:cubicBezTo>
                    <a:pt x="0" y="19313"/>
                    <a:pt x="2414" y="21600"/>
                    <a:pt x="5209" y="21600"/>
                  </a:cubicBezTo>
                  <a:lnTo>
                    <a:pt x="16391" y="21600"/>
                  </a:lnTo>
                  <a:cubicBezTo>
                    <a:pt x="19313" y="21600"/>
                    <a:pt x="21600" y="19186"/>
                    <a:pt x="21600" y="16391"/>
                  </a:cubicBezTo>
                  <a:lnTo>
                    <a:pt x="21600" y="5209"/>
                  </a:lnTo>
                  <a:cubicBezTo>
                    <a:pt x="21600" y="2287"/>
                    <a:pt x="19313" y="0"/>
                    <a:pt x="16391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algn="ctr" defTabSz="412750">
                <a:defRPr sz="3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71" name="Figura"/>
            <p:cNvSpPr/>
            <p:nvPr/>
          </p:nvSpPr>
          <p:spPr>
            <a:xfrm>
              <a:off x="1465201" y="1424176"/>
              <a:ext cx="233010" cy="2330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09" y="21600"/>
                  </a:moveTo>
                  <a:lnTo>
                    <a:pt x="16391" y="21600"/>
                  </a:lnTo>
                  <a:cubicBezTo>
                    <a:pt x="19313" y="21600"/>
                    <a:pt x="21600" y="19186"/>
                    <a:pt x="21600" y="16391"/>
                  </a:cubicBezTo>
                  <a:lnTo>
                    <a:pt x="21600" y="5209"/>
                  </a:lnTo>
                  <a:cubicBezTo>
                    <a:pt x="21600" y="2287"/>
                    <a:pt x="19186" y="0"/>
                    <a:pt x="16391" y="0"/>
                  </a:cubicBezTo>
                  <a:lnTo>
                    <a:pt x="5209" y="0"/>
                  </a:lnTo>
                  <a:cubicBezTo>
                    <a:pt x="2287" y="0"/>
                    <a:pt x="0" y="2414"/>
                    <a:pt x="0" y="5209"/>
                  </a:cubicBezTo>
                  <a:lnTo>
                    <a:pt x="0" y="16391"/>
                  </a:lnTo>
                  <a:cubicBezTo>
                    <a:pt x="0" y="19313"/>
                    <a:pt x="2287" y="21600"/>
                    <a:pt x="5209" y="2160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algn="ctr" defTabSz="412750">
                <a:defRPr sz="3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72" name="Círculo"/>
            <p:cNvSpPr/>
            <p:nvPr/>
          </p:nvSpPr>
          <p:spPr>
            <a:xfrm>
              <a:off x="0" y="0"/>
              <a:ext cx="323505" cy="32350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algn="ctr" defTabSz="412750">
                <a:defRPr sz="3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  <p:sp>
          <p:nvSpPr>
            <p:cNvPr id="373" name="Figura"/>
            <p:cNvSpPr/>
            <p:nvPr/>
          </p:nvSpPr>
          <p:spPr>
            <a:xfrm>
              <a:off x="733278" y="415375"/>
              <a:ext cx="583894" cy="16584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2" extrusionOk="0">
                  <a:moveTo>
                    <a:pt x="10394" y="3924"/>
                  </a:moveTo>
                  <a:lnTo>
                    <a:pt x="10394" y="6189"/>
                  </a:lnTo>
                  <a:cubicBezTo>
                    <a:pt x="7301" y="5529"/>
                    <a:pt x="3803" y="5101"/>
                    <a:pt x="0" y="4994"/>
                  </a:cubicBezTo>
                  <a:lnTo>
                    <a:pt x="0" y="8972"/>
                  </a:lnTo>
                  <a:cubicBezTo>
                    <a:pt x="5882" y="9310"/>
                    <a:pt x="10344" y="11094"/>
                    <a:pt x="10394" y="13252"/>
                  </a:cubicBezTo>
                  <a:cubicBezTo>
                    <a:pt x="10394" y="15411"/>
                    <a:pt x="5882" y="17230"/>
                    <a:pt x="0" y="17569"/>
                  </a:cubicBezTo>
                  <a:lnTo>
                    <a:pt x="0" y="21582"/>
                  </a:lnTo>
                  <a:cubicBezTo>
                    <a:pt x="4614" y="21439"/>
                    <a:pt x="8823" y="20762"/>
                    <a:pt x="12321" y="19834"/>
                  </a:cubicBezTo>
                  <a:cubicBezTo>
                    <a:pt x="14349" y="20886"/>
                    <a:pt x="17746" y="21564"/>
                    <a:pt x="21600" y="21564"/>
                  </a:cubicBezTo>
                  <a:lnTo>
                    <a:pt x="21600" y="13270"/>
                  </a:lnTo>
                  <a:cubicBezTo>
                    <a:pt x="21600" y="13270"/>
                    <a:pt x="21600" y="13252"/>
                    <a:pt x="21600" y="13252"/>
                  </a:cubicBezTo>
                  <a:cubicBezTo>
                    <a:pt x="21600" y="13252"/>
                    <a:pt x="21600" y="13235"/>
                    <a:pt x="21600" y="13235"/>
                  </a:cubicBezTo>
                  <a:lnTo>
                    <a:pt x="21600" y="0"/>
                  </a:lnTo>
                  <a:cubicBezTo>
                    <a:pt x="15465" y="-18"/>
                    <a:pt x="10394" y="1748"/>
                    <a:pt x="10394" y="392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algn="ctr" defTabSz="412750">
                <a:defRPr sz="3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6F30AEA2-152B-6EEB-9785-306788462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133" y="1009170"/>
            <a:ext cx="6684749" cy="367766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D5DAD24-EBE5-3D9D-9CF4-33E61B316AC4}"/>
              </a:ext>
            </a:extLst>
          </p:cNvPr>
          <p:cNvSpPr txBox="1"/>
          <p:nvPr/>
        </p:nvSpPr>
        <p:spPr>
          <a:xfrm>
            <a:off x="2557801" y="223791"/>
            <a:ext cx="6578221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3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T</a:t>
            </a:r>
            <a:r>
              <a:rPr lang="es-MX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orre de </a:t>
            </a:r>
            <a:r>
              <a:rPr lang="es-MX" sz="320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O</a:t>
            </a:r>
            <a:r>
              <a:rPr lang="es-MX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peración y </a:t>
            </a:r>
            <a:r>
              <a:rPr lang="es-MX" sz="320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R</a:t>
            </a:r>
            <a:r>
              <a:rPr lang="es-MX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espuesta </a:t>
            </a:r>
            <a:r>
              <a:rPr lang="es-MX" sz="3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U</a:t>
            </a:r>
            <a:r>
              <a:rPr lang="es-MX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nificada de </a:t>
            </a:r>
            <a:r>
              <a:rPr lang="es-MX" sz="320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S</a:t>
            </a:r>
            <a:r>
              <a:rPr lang="es-MX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</a:rPr>
              <a:t>ervicios TI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368EA-A077-AFA0-93DA-4CD252F07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31C3BAF3-7C3A-7ED4-DBA2-93695DBFAA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1264307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8CB4E92A-5546-85A8-7EE0-5C6781490F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3106" y="3652151"/>
            <a:ext cx="750970" cy="80861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9032980-07E5-6585-CCDF-E0AB6C602439}"/>
              </a:ext>
            </a:extLst>
          </p:cNvPr>
          <p:cNvSpPr txBox="1"/>
          <p:nvPr/>
        </p:nvSpPr>
        <p:spPr>
          <a:xfrm>
            <a:off x="2920008" y="17648"/>
            <a:ext cx="60937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PILARES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E56F2A1-A6F9-BD60-A7E1-26F8B8971E71}"/>
              </a:ext>
            </a:extLst>
          </p:cNvPr>
          <p:cNvSpPr/>
          <p:nvPr/>
        </p:nvSpPr>
        <p:spPr>
          <a:xfrm>
            <a:off x="2194050" y="1095152"/>
            <a:ext cx="914400" cy="914400"/>
          </a:xfrm>
          <a:prstGeom prst="ellipse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MX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E6880D9-9D90-4A15-4647-478313C4768F}"/>
              </a:ext>
            </a:extLst>
          </p:cNvPr>
          <p:cNvSpPr/>
          <p:nvPr/>
        </p:nvSpPr>
        <p:spPr>
          <a:xfrm>
            <a:off x="2651250" y="2353139"/>
            <a:ext cx="914400" cy="914400"/>
          </a:xfrm>
          <a:prstGeom prst="ellipse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MX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AF04CDF6-60F3-EDF8-5807-E94D6B61646A}"/>
              </a:ext>
            </a:extLst>
          </p:cNvPr>
          <p:cNvSpPr/>
          <p:nvPr/>
        </p:nvSpPr>
        <p:spPr>
          <a:xfrm>
            <a:off x="2651250" y="3590462"/>
            <a:ext cx="914400" cy="914400"/>
          </a:xfrm>
          <a:prstGeom prst="ellipse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MX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3040A45-7985-651B-4E14-6681A143BD98}"/>
              </a:ext>
            </a:extLst>
          </p:cNvPr>
          <p:cNvSpPr/>
          <p:nvPr/>
        </p:nvSpPr>
        <p:spPr>
          <a:xfrm>
            <a:off x="2183417" y="4838418"/>
            <a:ext cx="914400" cy="914400"/>
          </a:xfrm>
          <a:prstGeom prst="ellipse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MX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9206277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78C81-257B-6947-CB82-0EEE78AC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700C8EEF-8327-B49C-B04C-4E626F40C3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674179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29FBBC60-3609-E9CE-4BE0-78446C6D690E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514" y="3965265"/>
            <a:ext cx="750971" cy="808612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298311C5-8BF0-04EF-D996-9B9EAFD0519E}"/>
              </a:ext>
            </a:extLst>
          </p:cNvPr>
          <p:cNvSpPr/>
          <p:nvPr/>
        </p:nvSpPr>
        <p:spPr>
          <a:xfrm>
            <a:off x="2194050" y="1095152"/>
            <a:ext cx="914400" cy="914400"/>
          </a:xfrm>
          <a:prstGeom prst="ellipse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MX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52B9B8D1-999E-55A2-D267-62DC995F39E5}"/>
              </a:ext>
            </a:extLst>
          </p:cNvPr>
          <p:cNvSpPr/>
          <p:nvPr/>
        </p:nvSpPr>
        <p:spPr>
          <a:xfrm>
            <a:off x="2651250" y="2353139"/>
            <a:ext cx="914400" cy="914400"/>
          </a:xfrm>
          <a:prstGeom prst="ellipse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MX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5B98DF8-CAD1-E2D4-A767-5582220F0CB3}"/>
              </a:ext>
            </a:extLst>
          </p:cNvPr>
          <p:cNvSpPr/>
          <p:nvPr/>
        </p:nvSpPr>
        <p:spPr>
          <a:xfrm>
            <a:off x="2651250" y="3590462"/>
            <a:ext cx="914400" cy="914400"/>
          </a:xfrm>
          <a:prstGeom prst="ellipse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MX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DB5FC837-805B-5E55-6457-24A77151B14D}"/>
              </a:ext>
            </a:extLst>
          </p:cNvPr>
          <p:cNvSpPr/>
          <p:nvPr/>
        </p:nvSpPr>
        <p:spPr>
          <a:xfrm>
            <a:off x="2183417" y="4838418"/>
            <a:ext cx="914400" cy="914400"/>
          </a:xfrm>
          <a:prstGeom prst="ellipse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MX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0334071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A442A64-6A2A-C7CD-4DFD-8801394EC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67"/>
          <a:stretch>
            <a:fillRect/>
          </a:stretch>
        </p:blipFill>
        <p:spPr>
          <a:xfrm>
            <a:off x="952500" y="0"/>
            <a:ext cx="10287000" cy="650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98819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146304"/>
            <a:ext cx="11338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ALTO NIVEL — Observabilidad &amp; Orquestación 2026</a:t>
            </a:r>
            <a:endParaRPr lang="en-US" sz="26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987040" y="670560"/>
            <a:ext cx="1158240" cy="341376"/>
          </a:xfrm>
          <a:prstGeom prst="rect">
            <a:avLst/>
          </a:prstGeom>
          <a:solidFill>
            <a:srgbClr val="C0000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3011424" y="682752"/>
            <a:ext cx="110947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45280" y="670560"/>
            <a:ext cx="1158240" cy="341376"/>
          </a:xfrm>
          <a:prstGeom prst="rect">
            <a:avLst/>
          </a:prstGeom>
          <a:solidFill>
            <a:srgbClr val="C0000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69664" y="682752"/>
            <a:ext cx="110947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303520" y="670560"/>
            <a:ext cx="1158240" cy="341376"/>
          </a:xfrm>
          <a:prstGeom prst="rect">
            <a:avLst/>
          </a:prstGeom>
          <a:solidFill>
            <a:srgbClr val="C0000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5327904" y="682752"/>
            <a:ext cx="110947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61760" y="670560"/>
            <a:ext cx="1158240" cy="341376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86144" y="682752"/>
            <a:ext cx="110947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20000" y="670560"/>
            <a:ext cx="1158240" cy="341376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44384" y="682752"/>
            <a:ext cx="110947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778240" y="670560"/>
            <a:ext cx="1158240" cy="341376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802624" y="682752"/>
            <a:ext cx="110947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936480" y="670560"/>
            <a:ext cx="1158240" cy="341376"/>
          </a:xfrm>
          <a:prstGeom prst="rect">
            <a:avLst/>
          </a:prstGeom>
          <a:solidFill>
            <a:srgbClr val="4EA72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960864" y="682752"/>
            <a:ext cx="110947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094720" y="670560"/>
            <a:ext cx="1158240" cy="341376"/>
          </a:xfrm>
          <a:prstGeom prst="rect">
            <a:avLst/>
          </a:prstGeom>
          <a:solidFill>
            <a:srgbClr val="4EA72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119104" y="682752"/>
            <a:ext cx="110947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2252960" y="670560"/>
            <a:ext cx="1158240" cy="341376"/>
          </a:xfrm>
          <a:prstGeom prst="rect">
            <a:avLst/>
          </a:prstGeom>
          <a:solidFill>
            <a:srgbClr val="4EA72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277344" y="682752"/>
            <a:ext cx="110947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82880" y="670560"/>
            <a:ext cx="2743200" cy="341376"/>
          </a:xfrm>
          <a:prstGeom prst="rect">
            <a:avLst/>
          </a:prstGeom>
          <a:solidFill>
            <a:srgbClr val="00206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19456" y="682752"/>
            <a:ext cx="26822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/ ACTIVIDAD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82880" y="1060704"/>
            <a:ext cx="130454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82880" y="1060704"/>
            <a:ext cx="487680" cy="34747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95072" y="1085088"/>
            <a:ext cx="463296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</a:t>
            </a:r>
            <a:endParaRPr lang="en-US" sz="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07136" y="1097280"/>
            <a:ext cx="224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011424" y="1109472"/>
            <a:ext cx="1109472" cy="22555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82880" y="1408176"/>
            <a:ext cx="13045440" cy="347472"/>
          </a:xfrm>
          <a:prstGeom prst="rect">
            <a:avLst/>
          </a:prstGeom>
          <a:solidFill>
            <a:srgbClr val="F8F8F8"/>
          </a:solidFill>
          <a:ln w="381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82880" y="1408176"/>
            <a:ext cx="487680" cy="347472"/>
          </a:xfrm>
          <a:prstGeom prst="rect">
            <a:avLst/>
          </a:prstGeom>
          <a:solidFill>
            <a:srgbClr val="C00000">
              <a:alpha val="27000"/>
            </a:srgbClr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07136" y="1444752"/>
            <a:ext cx="224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&amp; Sizing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169664" y="1456944"/>
            <a:ext cx="1109472" cy="22555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82880" y="1755648"/>
            <a:ext cx="130454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82880" y="1755648"/>
            <a:ext cx="487680" cy="347472"/>
          </a:xfrm>
          <a:prstGeom prst="rect">
            <a:avLst/>
          </a:prstGeom>
          <a:solidFill>
            <a:srgbClr val="C00000">
              <a:alpha val="27000"/>
            </a:srgbClr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07136" y="1792224"/>
            <a:ext cx="224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Agentes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169664" y="1804416"/>
            <a:ext cx="3425952" cy="22555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82880" y="2103120"/>
            <a:ext cx="13045440" cy="347472"/>
          </a:xfrm>
          <a:prstGeom prst="rect">
            <a:avLst/>
          </a:prstGeom>
          <a:solidFill>
            <a:srgbClr val="F8F8F8"/>
          </a:solidFill>
          <a:ln w="381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82880" y="2103120"/>
            <a:ext cx="487680" cy="347472"/>
          </a:xfrm>
          <a:prstGeom prst="rect">
            <a:avLst/>
          </a:prstGeom>
          <a:solidFill>
            <a:srgbClr val="C00000">
              <a:alpha val="27000"/>
            </a:srgbClr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07136" y="2139696"/>
            <a:ext cx="224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&amp; Umbrales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327904" y="2151888"/>
            <a:ext cx="2267712" cy="22555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182880" y="2450592"/>
            <a:ext cx="130454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82880" y="2450592"/>
            <a:ext cx="487680" cy="347472"/>
          </a:xfrm>
          <a:prstGeom prst="rect">
            <a:avLst/>
          </a:prstGeom>
          <a:solidFill>
            <a:srgbClr val="C00000">
              <a:alpha val="27000"/>
            </a:srgbClr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07136" y="2487168"/>
            <a:ext cx="224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RED &amp; Básculas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327904" y="2499360"/>
            <a:ext cx="4584192" cy="22555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82880" y="2798064"/>
            <a:ext cx="13045440" cy="347472"/>
          </a:xfrm>
          <a:prstGeom prst="rect">
            <a:avLst/>
          </a:prstGeom>
          <a:solidFill>
            <a:srgbClr val="F8F8F8"/>
          </a:solidFill>
          <a:ln w="381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82880" y="2798064"/>
            <a:ext cx="487680" cy="347472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95072" y="2822448"/>
            <a:ext cx="463296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CTRL-M</a:t>
            </a:r>
            <a:endParaRPr lang="en-US" sz="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07136" y="2834640"/>
            <a:ext cx="224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SQL (Inventario → Config)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169664" y="2846832"/>
            <a:ext cx="2267712" cy="225552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182880" y="3145536"/>
            <a:ext cx="130454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182880" y="3145536"/>
            <a:ext cx="487680" cy="347472"/>
          </a:xfrm>
          <a:prstGeom prst="rect">
            <a:avLst/>
          </a:prstGeom>
          <a:solidFill>
            <a:srgbClr val="196B24">
              <a:alpha val="27000"/>
            </a:srgbClr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707136" y="3182112"/>
            <a:ext cx="224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SAP &amp; F&amp;R P1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327904" y="3194304"/>
            <a:ext cx="3425952" cy="225552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182880" y="3493008"/>
            <a:ext cx="13045440" cy="347472"/>
          </a:xfrm>
          <a:prstGeom prst="rect">
            <a:avLst/>
          </a:prstGeom>
          <a:solidFill>
            <a:srgbClr val="F8F8F8"/>
          </a:solidFill>
          <a:ln w="381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82880" y="3493008"/>
            <a:ext cx="487680" cy="347472"/>
          </a:xfrm>
          <a:prstGeom prst="rect">
            <a:avLst/>
          </a:prstGeom>
          <a:solidFill>
            <a:srgbClr val="196B24">
              <a:alpha val="27000"/>
            </a:srgbClr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07136" y="3529584"/>
            <a:ext cx="224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SAP &amp; F&amp;R P2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7644384" y="3541776"/>
            <a:ext cx="4584192" cy="225552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182880" y="3840480"/>
            <a:ext cx="130454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82880" y="3840480"/>
            <a:ext cx="487680" cy="347472"/>
          </a:xfrm>
          <a:prstGeom prst="rect">
            <a:avLst/>
          </a:prstGeom>
          <a:solidFill>
            <a:srgbClr val="196B24">
              <a:alpha val="27000"/>
            </a:srgbClr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07136" y="3877056"/>
            <a:ext cx="224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Predictivas SLA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6486144" y="3889248"/>
            <a:ext cx="5742432" cy="225552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182880" y="4187952"/>
            <a:ext cx="13045440" cy="347472"/>
          </a:xfrm>
          <a:prstGeom prst="rect">
            <a:avLst/>
          </a:prstGeom>
          <a:solidFill>
            <a:srgbClr val="F8F8F8"/>
          </a:solidFill>
          <a:ln w="381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182880" y="4187952"/>
            <a:ext cx="487680" cy="34747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195072" y="4212336"/>
            <a:ext cx="463296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DYNTR</a:t>
            </a:r>
            <a:endParaRPr lang="en-US" sz="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707136" y="4224528"/>
            <a:ext cx="224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&amp; Especialista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4169664" y="4236720"/>
            <a:ext cx="1109472" cy="22555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182880" y="4535424"/>
            <a:ext cx="130454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182880" y="4535424"/>
            <a:ext cx="487680" cy="347472"/>
          </a:xfrm>
          <a:prstGeom prst="rect">
            <a:avLst/>
          </a:prstGeom>
          <a:solidFill>
            <a:srgbClr val="0F9ED5">
              <a:alpha val="27000"/>
            </a:srgbClr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707136" y="4572000"/>
            <a:ext cx="224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OneAgent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5327904" y="4584192"/>
            <a:ext cx="2267712" cy="22555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182880" y="4882896"/>
            <a:ext cx="13045440" cy="347472"/>
          </a:xfrm>
          <a:prstGeom prst="rect">
            <a:avLst/>
          </a:prstGeom>
          <a:solidFill>
            <a:srgbClr val="F8F8F8"/>
          </a:solidFill>
          <a:ln w="381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182880" y="4882896"/>
            <a:ext cx="487680" cy="347472"/>
          </a:xfrm>
          <a:prstGeom prst="rect">
            <a:avLst/>
          </a:prstGeom>
          <a:solidFill>
            <a:srgbClr val="0F9ED5">
              <a:alpha val="27000"/>
            </a:srgbClr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707136" y="4919472"/>
            <a:ext cx="224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 Alertas &amp; Tunning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6486144" y="4931664"/>
            <a:ext cx="2267712" cy="22555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182880" y="5230368"/>
            <a:ext cx="130454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182880" y="5230368"/>
            <a:ext cx="487680" cy="347472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195072" y="5254752"/>
            <a:ext cx="463296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SOLMAN</a:t>
            </a:r>
            <a:endParaRPr lang="en-US" sz="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707136" y="5266944"/>
            <a:ext cx="224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SAP Monitor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6486144" y="5279136"/>
            <a:ext cx="3425952" cy="225552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182880" y="5577840"/>
            <a:ext cx="13045440" cy="347472"/>
          </a:xfrm>
          <a:prstGeom prst="rect">
            <a:avLst/>
          </a:prstGeom>
          <a:solidFill>
            <a:srgbClr val="F8F8F8"/>
          </a:solidFill>
          <a:ln w="381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182880" y="5577840"/>
            <a:ext cx="487680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195072" y="5602224"/>
            <a:ext cx="463296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</a:t>
            </a:r>
            <a:endParaRPr lang="en-US" sz="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707136" y="5614416"/>
            <a:ext cx="224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Motor Correlación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6486144" y="5626608"/>
            <a:ext cx="2267712" cy="22555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182880" y="5925312"/>
            <a:ext cx="130454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182880" y="5925312"/>
            <a:ext cx="487680" cy="347472"/>
          </a:xfrm>
          <a:prstGeom prst="rect">
            <a:avLst/>
          </a:prstGeom>
          <a:solidFill>
            <a:srgbClr val="002060">
              <a:alpha val="27000"/>
            </a:srgbClr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707136" y="5961888"/>
            <a:ext cx="224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ITSM / Auto-Ticket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8802624" y="5974080"/>
            <a:ext cx="3425952" cy="22555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182880" y="6272784"/>
            <a:ext cx="13045440" cy="347472"/>
          </a:xfrm>
          <a:prstGeom prst="rect">
            <a:avLst/>
          </a:prstGeom>
          <a:solidFill>
            <a:srgbClr val="F8F8F8"/>
          </a:solidFill>
          <a:ln w="381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182880" y="6272784"/>
            <a:ext cx="487680" cy="347472"/>
          </a:xfrm>
          <a:prstGeom prst="rect">
            <a:avLst/>
          </a:prstGeom>
          <a:solidFill>
            <a:srgbClr val="747474"/>
          </a:solidFill>
          <a:ln w="12700">
            <a:solidFill>
              <a:srgbClr val="74747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0" name="Text 88"/>
          <p:cNvSpPr/>
          <p:nvPr/>
        </p:nvSpPr>
        <p:spPr>
          <a:xfrm>
            <a:off x="195072" y="6297168"/>
            <a:ext cx="463296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</a:t>
            </a:r>
            <a:endParaRPr lang="en-US" sz="8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707136" y="6309360"/>
            <a:ext cx="224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P1 (5 flujos)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7644384" y="6321552"/>
            <a:ext cx="3425952" cy="225552"/>
          </a:xfrm>
          <a:prstGeom prst="rect">
            <a:avLst/>
          </a:prstGeom>
          <a:solidFill>
            <a:srgbClr val="747474"/>
          </a:solidFill>
          <a:ln w="12700">
            <a:solidFill>
              <a:srgbClr val="74747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182880" y="6620256"/>
            <a:ext cx="130454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182880" y="6620256"/>
            <a:ext cx="487680" cy="347472"/>
          </a:xfrm>
          <a:prstGeom prst="rect">
            <a:avLst/>
          </a:prstGeom>
          <a:solidFill>
            <a:srgbClr val="747474">
              <a:alpha val="27000"/>
            </a:srgbClr>
          </a:solidFill>
          <a:ln w="12700">
            <a:solidFill>
              <a:srgbClr val="74747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707136" y="6656832"/>
            <a:ext cx="224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P2 (7 flujos)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9960864" y="6669024"/>
            <a:ext cx="3425952" cy="225552"/>
          </a:xfrm>
          <a:prstGeom prst="rect">
            <a:avLst/>
          </a:prstGeom>
          <a:solidFill>
            <a:srgbClr val="747474"/>
          </a:solidFill>
          <a:ln w="12700">
            <a:solidFill>
              <a:srgbClr val="74747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975360" y="6705600"/>
            <a:ext cx="219456" cy="1706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8" name="Text 96"/>
          <p:cNvSpPr/>
          <p:nvPr/>
        </p:nvSpPr>
        <p:spPr>
          <a:xfrm>
            <a:off x="1243584" y="6693408"/>
            <a:ext cx="158496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9" name="Shape 97"/>
          <p:cNvSpPr/>
          <p:nvPr/>
        </p:nvSpPr>
        <p:spPr>
          <a:xfrm>
            <a:off x="2926080" y="6705600"/>
            <a:ext cx="219456" cy="170688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0" name="Text 98"/>
          <p:cNvSpPr/>
          <p:nvPr/>
        </p:nvSpPr>
        <p:spPr>
          <a:xfrm>
            <a:off x="3194304" y="6693408"/>
            <a:ext cx="158496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Control-M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4876800" y="6705600"/>
            <a:ext cx="219456" cy="170688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5145024" y="6693408"/>
            <a:ext cx="158496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6827520" y="6705600"/>
            <a:ext cx="219456" cy="170688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4" name="Text 102"/>
          <p:cNvSpPr/>
          <p:nvPr/>
        </p:nvSpPr>
        <p:spPr>
          <a:xfrm>
            <a:off x="7095744" y="6693408"/>
            <a:ext cx="158496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SOLMAN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8778240" y="6705600"/>
            <a:ext cx="219456" cy="17068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6" name="Text 104"/>
          <p:cNvSpPr/>
          <p:nvPr/>
        </p:nvSpPr>
        <p:spPr>
          <a:xfrm>
            <a:off x="9046464" y="6693408"/>
            <a:ext cx="158496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Motor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7" name="Shape 105"/>
          <p:cNvSpPr/>
          <p:nvPr/>
        </p:nvSpPr>
        <p:spPr>
          <a:xfrm>
            <a:off x="10728960" y="6705600"/>
            <a:ext cx="219456" cy="170688"/>
          </a:xfrm>
          <a:prstGeom prst="rect">
            <a:avLst/>
          </a:prstGeom>
          <a:solidFill>
            <a:srgbClr val="747474"/>
          </a:solidFill>
          <a:ln w="12700">
            <a:solidFill>
              <a:srgbClr val="74747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8" name="Text 106"/>
          <p:cNvSpPr/>
          <p:nvPr/>
        </p:nvSpPr>
        <p:spPr>
          <a:xfrm>
            <a:off x="10997184" y="6693408"/>
            <a:ext cx="158496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3760" y="-18288"/>
            <a:ext cx="1158240" cy="694944"/>
          </a:xfrm>
          <a:prstGeom prst="rect">
            <a:avLst/>
          </a:prstGeom>
        </p:spPr>
      </p:pic>
      <p:pic>
        <p:nvPicPr>
          <p:cNvPr id="1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6315456"/>
            <a:ext cx="1950720" cy="426720"/>
          </a:xfrm>
          <a:prstGeom prst="rect">
            <a:avLst/>
          </a:prstGeom>
        </p:spPr>
      </p:pic>
      <p:sp>
        <p:nvSpPr>
          <p:cNvPr id="111" name="Text 107"/>
          <p:cNvSpPr/>
          <p:nvPr/>
        </p:nvSpPr>
        <p:spPr>
          <a:xfrm>
            <a:off x="4511040" y="6315456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2" name="Text 108"/>
          <p:cNvSpPr/>
          <p:nvPr/>
        </p:nvSpPr>
        <p:spPr>
          <a:xfrm>
            <a:off x="4815840" y="6315456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3" name="Text 109"/>
          <p:cNvSpPr/>
          <p:nvPr/>
        </p:nvSpPr>
        <p:spPr>
          <a:xfrm>
            <a:off x="5120640" y="6315456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4" name="Text 110"/>
          <p:cNvSpPr/>
          <p:nvPr/>
        </p:nvSpPr>
        <p:spPr>
          <a:xfrm>
            <a:off x="5425440" y="6315456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5" name="Text 111"/>
          <p:cNvSpPr/>
          <p:nvPr/>
        </p:nvSpPr>
        <p:spPr>
          <a:xfrm>
            <a:off x="5730240" y="6315456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720" y="182880"/>
            <a:ext cx="4632960" cy="31699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207264"/>
            <a:ext cx="43891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SOLUCIÓN AIOPS — FRENTE 1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26720" y="585216"/>
            <a:ext cx="11216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33" b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Integrada de Observabilidad &amp; Orquestación</a:t>
            </a:r>
            <a:endParaRPr lang="en-US" sz="25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26720" y="1280160"/>
            <a:ext cx="341376" cy="9144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6720" y="1524000"/>
            <a:ext cx="34137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NEGOCIO</a:t>
            </a:r>
            <a:endParaRPr lang="en-US" sz="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04672" y="1328928"/>
            <a:ext cx="2865120" cy="816864"/>
          </a:xfrm>
          <a:prstGeom prst="rect">
            <a:avLst/>
          </a:prstGeom>
          <a:solidFill>
            <a:srgbClr val="C00000">
              <a:alpha val="9000"/>
            </a:srgbClr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3440" y="1353312"/>
            <a:ext cx="276758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 b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críticos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3440" y="1645920"/>
            <a:ext cx="2767584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Auto cobro · POS · EHUB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3440" y="1828800"/>
            <a:ext cx="2767584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eCommerce · Facturación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53440" y="2011680"/>
            <a:ext cx="2767584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Portal Socios · BI · Señalización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18560" y="1731264"/>
            <a:ext cx="48768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6720" y="2304288"/>
            <a:ext cx="341376" cy="9144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6720" y="2548128"/>
            <a:ext cx="34137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APLICACIÓN</a:t>
            </a:r>
            <a:endParaRPr lang="en-US" sz="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4672" y="2353056"/>
            <a:ext cx="2865120" cy="816864"/>
          </a:xfrm>
          <a:prstGeom prst="rect">
            <a:avLst/>
          </a:prstGeom>
          <a:solidFill>
            <a:srgbClr val="0F9ED5">
              <a:alpha val="9000"/>
            </a:srgbClr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3440" y="2377440"/>
            <a:ext cx="276758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 b="1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&amp; Trazabilidad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3440" y="2670048"/>
            <a:ext cx="2767584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Dynatrace OneAgent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3440" y="2852928"/>
            <a:ext cx="2767584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APM · Full-stack traces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53440" y="3035808"/>
            <a:ext cx="2767584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Synthetic monitoring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718560" y="2755392"/>
            <a:ext cx="487680" cy="0"/>
          </a:xfrm>
          <a:prstGeom prst="line">
            <a:avLst/>
          </a:prstGeom>
          <a:noFill/>
          <a:ln w="19050">
            <a:solidFill>
              <a:srgbClr val="0F9ED5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26720" y="3328416"/>
            <a:ext cx="341376" cy="914400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26720" y="3572256"/>
            <a:ext cx="34137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ORQUESTACIÓN</a:t>
            </a:r>
            <a:endParaRPr lang="en-US" sz="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04672" y="3377184"/>
            <a:ext cx="2865120" cy="816864"/>
          </a:xfrm>
          <a:prstGeom prst="rect">
            <a:avLst/>
          </a:prstGeom>
          <a:solidFill>
            <a:srgbClr val="196B24">
              <a:alpha val="9000"/>
            </a:srgbClr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53440" y="3401568"/>
            <a:ext cx="276758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 b="1">
                <a:solidFill>
                  <a:srgbClr val="196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&amp; Flujos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53440" y="3694176"/>
            <a:ext cx="2767584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Control-M (SQL · SAP P1 · SAP P2)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53440" y="3877056"/>
            <a:ext cx="2767584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SLA Alerting predictivo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53440" y="4059936"/>
            <a:ext cx="2767584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Remediación automática jobs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718560" y="3779520"/>
            <a:ext cx="487680" cy="0"/>
          </a:xfrm>
          <a:prstGeom prst="line">
            <a:avLst/>
          </a:prstGeom>
          <a:noFill/>
          <a:ln w="19050">
            <a:solidFill>
              <a:srgbClr val="196B2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26720" y="4352544"/>
            <a:ext cx="341376" cy="9144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26720" y="4596384"/>
            <a:ext cx="34137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INFRAESTRUCTURA</a:t>
            </a:r>
            <a:endParaRPr lang="en-US" sz="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04672" y="4401312"/>
            <a:ext cx="2865120" cy="816864"/>
          </a:xfrm>
          <a:prstGeom prst="rect">
            <a:avLst/>
          </a:prstGeom>
          <a:solidFill>
            <a:srgbClr val="E97132">
              <a:alpha val="9000"/>
            </a:srgbClr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53440" y="4425696"/>
            <a:ext cx="276758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 b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· Cajas · Red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53440" y="4718304"/>
            <a:ext cx="2767584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Zabbix (1,012 serv · 14,113 cajas)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53440" y="4901184"/>
            <a:ext cx="2767584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Monitoreo de RED · Básculas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53440" y="5084064"/>
            <a:ext cx="2767584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Autocobros · Commands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718560" y="4803648"/>
            <a:ext cx="487680" cy="0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26720" y="5376672"/>
            <a:ext cx="341376" cy="914400"/>
          </a:xfrm>
          <a:prstGeom prst="rect">
            <a:avLst/>
          </a:prstGeom>
          <a:solidFill>
            <a:srgbClr val="747474"/>
          </a:solidFill>
          <a:ln w="12700">
            <a:solidFill>
              <a:srgbClr val="74747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26720" y="5620512"/>
            <a:ext cx="34137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SAP</a:t>
            </a:r>
            <a:endParaRPr lang="en-US" sz="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04672" y="5425440"/>
            <a:ext cx="2865120" cy="816864"/>
          </a:xfrm>
          <a:prstGeom prst="rect">
            <a:avLst/>
          </a:prstGeom>
          <a:solidFill>
            <a:srgbClr val="747474">
              <a:alpha val="9000"/>
            </a:srgbClr>
          </a:solidFill>
          <a:ln w="12700">
            <a:solidFill>
              <a:srgbClr val="74747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53440" y="5449824"/>
            <a:ext cx="276758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 b="1">
                <a:solidFill>
                  <a:srgbClr val="747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&amp; Procesos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53440" y="5742432"/>
            <a:ext cx="2767584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SOLMAN (ECC · PA/BO · POSDM)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53440" y="5925312"/>
            <a:ext cx="2767584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F&amp;R · Cloudbridge ETL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53440" y="6108192"/>
            <a:ext cx="2767584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Integración SAP/BASIS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718560" y="5827776"/>
            <a:ext cx="487680" cy="0"/>
          </a:xfrm>
          <a:prstGeom prst="line">
            <a:avLst/>
          </a:prstGeom>
          <a:noFill/>
          <a:ln w="19050">
            <a:solidFill>
              <a:srgbClr val="74747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242816" y="1280160"/>
            <a:ext cx="3230880" cy="5120640"/>
          </a:xfrm>
          <a:prstGeom prst="rect">
            <a:avLst/>
          </a:prstGeom>
          <a:solidFill>
            <a:srgbClr val="002060"/>
          </a:solidFill>
          <a:ln w="25400">
            <a:solidFill>
              <a:srgbClr val="4EA72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267200" y="1341120"/>
            <a:ext cx="31699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MOTOR AIOps</a:t>
            </a:r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267200" y="1828800"/>
            <a:ext cx="3169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i="1">
                <a:solidFill>
                  <a:srgbClr val="8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N.Technology · CBPI · Proactivanet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364736" y="2121408"/>
            <a:ext cx="2974848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328160" y="2218944"/>
            <a:ext cx="3048000" cy="438912"/>
          </a:xfrm>
          <a:prstGeom prst="rect">
            <a:avLst/>
          </a:prstGeom>
          <a:solidFill>
            <a:srgbClr val="0A1A40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389120" y="2243328"/>
            <a:ext cx="29260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Correlación Multi-fuente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4328160" y="2731008"/>
            <a:ext cx="3048000" cy="438912"/>
          </a:xfrm>
          <a:prstGeom prst="rect">
            <a:avLst/>
          </a:prstGeom>
          <a:solidFill>
            <a:srgbClr val="0A1A40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4389120" y="2755392"/>
            <a:ext cx="29260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Noise Reduction (−60%)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4328160" y="3243072"/>
            <a:ext cx="3048000" cy="438912"/>
          </a:xfrm>
          <a:prstGeom prst="rect">
            <a:avLst/>
          </a:prstGeom>
          <a:solidFill>
            <a:srgbClr val="0A1A40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4389120" y="3267456"/>
            <a:ext cx="29260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Anomaly Detection ML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328160" y="3755136"/>
            <a:ext cx="3048000" cy="438912"/>
          </a:xfrm>
          <a:prstGeom prst="rect">
            <a:avLst/>
          </a:prstGeom>
          <a:solidFill>
            <a:srgbClr val="0A1A40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4389120" y="3779520"/>
            <a:ext cx="29260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Auto-ticketing ITSM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4328160" y="4267200"/>
            <a:ext cx="3048000" cy="438912"/>
          </a:xfrm>
          <a:prstGeom prst="rect">
            <a:avLst/>
          </a:prstGeom>
          <a:solidFill>
            <a:srgbClr val="0A1A40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4389120" y="4291584"/>
            <a:ext cx="29260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Single Pane of Glass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4328160" y="4779264"/>
            <a:ext cx="3048000" cy="438912"/>
          </a:xfrm>
          <a:prstGeom prst="rect">
            <a:avLst/>
          </a:prstGeom>
          <a:solidFill>
            <a:srgbClr val="0A1A40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4389120" y="4803648"/>
            <a:ext cx="29260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Runbooks Automáticos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4328160" y="5291328"/>
            <a:ext cx="3048000" cy="438912"/>
          </a:xfrm>
          <a:prstGeom prst="rect">
            <a:avLst/>
          </a:prstGeom>
          <a:solidFill>
            <a:srgbClr val="0A1A40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4389120" y="5315712"/>
            <a:ext cx="29260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Predicción de Fallos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4328160" y="5803392"/>
            <a:ext cx="3048000" cy="438912"/>
          </a:xfrm>
          <a:prstGeom prst="rect">
            <a:avLst/>
          </a:prstGeom>
          <a:solidFill>
            <a:srgbClr val="0A1A40"/>
          </a:solidFill>
          <a:ln w="6350">
            <a:solidFill>
              <a:srgbClr val="1A3A6B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4389120" y="5827776"/>
            <a:ext cx="29260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Gestión de Capacidad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7522464" y="2682240"/>
            <a:ext cx="487680" cy="0"/>
          </a:xfrm>
          <a:prstGeom prst="line">
            <a:avLst/>
          </a:prstGeom>
          <a:noFill/>
          <a:ln w="19050">
            <a:solidFill>
              <a:srgbClr val="4EA72E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7522464" y="3718560"/>
            <a:ext cx="487680" cy="0"/>
          </a:xfrm>
          <a:prstGeom prst="line">
            <a:avLst/>
          </a:prstGeom>
          <a:noFill/>
          <a:ln w="19050">
            <a:solidFill>
              <a:srgbClr val="4EA72E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7522464" y="4754880"/>
            <a:ext cx="487680" cy="0"/>
          </a:xfrm>
          <a:prstGeom prst="line">
            <a:avLst/>
          </a:prstGeom>
          <a:noFill/>
          <a:ln w="19050">
            <a:solidFill>
              <a:srgbClr val="4EA72E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8022336" y="2255520"/>
            <a:ext cx="3718560" cy="877824"/>
          </a:xfrm>
          <a:prstGeom prst="rect">
            <a:avLst/>
          </a:prstGeom>
          <a:solidFill>
            <a:srgbClr val="F0F9F0"/>
          </a:solidFill>
          <a:ln w="12700">
            <a:solidFill>
              <a:srgbClr val="4EA72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8107680" y="2304288"/>
            <a:ext cx="3535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NOC Dashboard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8107680" y="2657856"/>
            <a:ext cx="353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priorizadas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133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Pane of Glass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8022336" y="3291840"/>
            <a:ext cx="3718560" cy="877824"/>
          </a:xfrm>
          <a:prstGeom prst="rect">
            <a:avLst/>
          </a:prstGeom>
          <a:solidFill>
            <a:srgbClr val="F0F9F0"/>
          </a:solidFill>
          <a:ln w="12700">
            <a:solidFill>
              <a:srgbClr val="4EA72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8107680" y="3340608"/>
            <a:ext cx="3535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ITSM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8107680" y="3694176"/>
            <a:ext cx="353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automáticos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133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contexto enriquecido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8022336" y="4328160"/>
            <a:ext cx="3718560" cy="877824"/>
          </a:xfrm>
          <a:prstGeom prst="rect">
            <a:avLst/>
          </a:prstGeom>
          <a:solidFill>
            <a:srgbClr val="F0F9F0"/>
          </a:solidFill>
          <a:ln w="12700">
            <a:solidFill>
              <a:srgbClr val="4EA72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8107680" y="4376928"/>
            <a:ext cx="3535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Auto-Remediación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8107680" y="4730496"/>
            <a:ext cx="353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ejecutados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133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intervención humana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8022336" y="5364480"/>
            <a:ext cx="3718560" cy="877824"/>
          </a:xfrm>
          <a:prstGeom prst="rect">
            <a:avLst/>
          </a:prstGeom>
          <a:solidFill>
            <a:srgbClr val="F0F9F0"/>
          </a:solidFill>
          <a:ln w="12700">
            <a:solidFill>
              <a:srgbClr val="4EA72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8107680" y="5413248"/>
            <a:ext cx="3535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Reportes Ejecutivos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8107680" y="5766816"/>
            <a:ext cx="353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en tiempo real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133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&amp; SLA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3760" y="73152"/>
            <a:ext cx="1158240" cy="694944"/>
          </a:xfrm>
          <a:prstGeom prst="rect">
            <a:avLst/>
          </a:prstGeom>
        </p:spPr>
      </p:pic>
      <p:pic>
        <p:nvPicPr>
          <p:cNvPr id="8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6315456"/>
            <a:ext cx="1950720" cy="426720"/>
          </a:xfrm>
          <a:prstGeom prst="rect">
            <a:avLst/>
          </a:prstGeom>
        </p:spPr>
      </p:pic>
      <p:sp>
        <p:nvSpPr>
          <p:cNvPr id="82" name="Text 78"/>
          <p:cNvSpPr/>
          <p:nvPr/>
        </p:nvSpPr>
        <p:spPr>
          <a:xfrm>
            <a:off x="4511040" y="6315456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3" name="Text 79"/>
          <p:cNvSpPr/>
          <p:nvPr/>
        </p:nvSpPr>
        <p:spPr>
          <a:xfrm>
            <a:off x="4815840" y="6315456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Text 80"/>
          <p:cNvSpPr/>
          <p:nvPr/>
        </p:nvSpPr>
        <p:spPr>
          <a:xfrm>
            <a:off x="5120640" y="6315456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5" name="Text 81"/>
          <p:cNvSpPr/>
          <p:nvPr/>
        </p:nvSpPr>
        <p:spPr>
          <a:xfrm>
            <a:off x="5425440" y="6315456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6" name="Text 82"/>
          <p:cNvSpPr/>
          <p:nvPr/>
        </p:nvSpPr>
        <p:spPr>
          <a:xfrm>
            <a:off x="5730240" y="6315456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146304"/>
            <a:ext cx="11338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33" b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PRIORITARIOS — Mapeo Flujo × Herramienta</a:t>
            </a:r>
            <a:endParaRPr lang="en-US" sz="25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6720" y="670560"/>
            <a:ext cx="113385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Leyenda:  ✅ Cobertura completa   ⚠ Cobertura parcial / en progreso   — Sin cobertura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" y="999744"/>
            <a:ext cx="1950720" cy="633984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231648" y="1011936"/>
            <a:ext cx="185318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133600" y="999744"/>
            <a:ext cx="1463040" cy="633984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2182368" y="1011936"/>
            <a:ext cx="136550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596640" y="999744"/>
            <a:ext cx="914400" cy="633984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45408" y="1011936"/>
            <a:ext cx="8168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11040" y="999744"/>
            <a:ext cx="914400" cy="633984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59808" y="1011936"/>
            <a:ext cx="8168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Ctrl-M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25440" y="999744"/>
            <a:ext cx="914400" cy="633984"/>
          </a:xfrm>
          <a:prstGeom prst="rect">
            <a:avLst/>
          </a:prstGeom>
          <a:solidFill>
            <a:srgbClr val="1A3A6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74208" y="1011936"/>
            <a:ext cx="8168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Ctrl-M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39840" y="999744"/>
            <a:ext cx="914400" cy="633984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88608" y="1011936"/>
            <a:ext cx="8168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Ctrl-M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P1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254240" y="999744"/>
            <a:ext cx="914400" cy="633984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03008" y="1011936"/>
            <a:ext cx="8168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168640" y="999744"/>
            <a:ext cx="914400" cy="633984"/>
          </a:xfrm>
          <a:prstGeom prst="rect">
            <a:avLst/>
          </a:prstGeom>
          <a:solidFill>
            <a:srgbClr val="196B24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17408" y="1011936"/>
            <a:ext cx="8168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083040" y="999744"/>
            <a:ext cx="914400" cy="633984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31808" y="1011936"/>
            <a:ext cx="8168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SOLMAN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997440" y="999744"/>
            <a:ext cx="1341120" cy="633984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046208" y="1011936"/>
            <a:ext cx="124358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Experto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82880" y="1682496"/>
            <a:ext cx="195072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07264" y="1731264"/>
            <a:ext cx="190195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cobro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133600" y="1682496"/>
            <a:ext cx="146304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157984" y="1731264"/>
            <a:ext cx="141427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FastLine/POS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596640" y="168249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621024" y="173126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11040" y="168249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35424" y="173126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25440" y="168249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449824" y="173126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39840" y="168249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364224" y="173126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254240" y="168249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278624" y="173126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168640" y="168249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193024" y="173126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9083040" y="168249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107424" y="173126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997440" y="1682496"/>
            <a:ext cx="134112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0753344" y="1706880"/>
            <a:ext cx="426720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0753344" y="1719072"/>
            <a:ext cx="42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0046208" y="1706880"/>
            <a:ext cx="682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Sergio Téllez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182880" y="2109216"/>
            <a:ext cx="195072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207264" y="2157984"/>
            <a:ext cx="190195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Venta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2133600" y="2109216"/>
            <a:ext cx="146304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2157984" y="2157984"/>
            <a:ext cx="141427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3596640" y="210921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3621024" y="215798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511040" y="210921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535424" y="215798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5425440" y="210921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449824" y="215798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339840" y="210921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364224" y="215798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7254240" y="210921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278624" y="215798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8168640" y="210921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8193024" y="215798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9083040" y="210921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9107424" y="215798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9997440" y="2109216"/>
            <a:ext cx="134112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10753344" y="2133600"/>
            <a:ext cx="426720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10753344" y="2145792"/>
            <a:ext cx="42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10046208" y="2133600"/>
            <a:ext cx="682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Mendoza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182880" y="2535936"/>
            <a:ext cx="195072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207264" y="2584704"/>
            <a:ext cx="190195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Básculas (HIPER)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2133600" y="2535936"/>
            <a:ext cx="146304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2157984" y="2584704"/>
            <a:ext cx="141427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Marca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3596640" y="253593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3621024" y="258470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4511040" y="253593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4535424" y="258470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5425440" y="253593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5449824" y="258470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6339840" y="253593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6364224" y="258470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7254240" y="253593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7278624" y="258470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8168640" y="253593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8193024" y="258470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9083040" y="253593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9107424" y="258470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9997440" y="2535936"/>
            <a:ext cx="134112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10753344" y="2560320"/>
            <a:ext cx="426720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10753344" y="2572512"/>
            <a:ext cx="42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10046208" y="2560320"/>
            <a:ext cx="682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Mendoza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182880" y="2962656"/>
            <a:ext cx="195072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207264" y="3011424"/>
            <a:ext cx="190195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Recibo Mercancías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2133600" y="2962656"/>
            <a:ext cx="146304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2157984" y="3011424"/>
            <a:ext cx="141427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Evolution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3596640" y="296265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3621024" y="301142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4511040" y="296265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4535424" y="301142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5425440" y="296265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5449824" y="301142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6339840" y="296265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1" name="Text 99"/>
          <p:cNvSpPr/>
          <p:nvPr/>
        </p:nvSpPr>
        <p:spPr>
          <a:xfrm>
            <a:off x="6364224" y="301142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2" name="Shape 100"/>
          <p:cNvSpPr/>
          <p:nvPr/>
        </p:nvSpPr>
        <p:spPr>
          <a:xfrm>
            <a:off x="7254240" y="296265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7278624" y="301142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8168640" y="296265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5" name="Text 103"/>
          <p:cNvSpPr/>
          <p:nvPr/>
        </p:nvSpPr>
        <p:spPr>
          <a:xfrm>
            <a:off x="8193024" y="301142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9083040" y="296265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9107424" y="301142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9997440" y="2962656"/>
            <a:ext cx="134112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9" name="Shape 107"/>
          <p:cNvSpPr/>
          <p:nvPr/>
        </p:nvSpPr>
        <p:spPr>
          <a:xfrm>
            <a:off x="10753344" y="2987040"/>
            <a:ext cx="426720" cy="329184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0" name="Text 108"/>
          <p:cNvSpPr/>
          <p:nvPr/>
        </p:nvSpPr>
        <p:spPr>
          <a:xfrm>
            <a:off x="10753344" y="2999232"/>
            <a:ext cx="42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10046208" y="2987040"/>
            <a:ext cx="682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Sergio Valerio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2" name="Shape 110"/>
          <p:cNvSpPr/>
          <p:nvPr/>
        </p:nvSpPr>
        <p:spPr>
          <a:xfrm>
            <a:off x="182880" y="3389376"/>
            <a:ext cx="195072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3" name="Text 111"/>
          <p:cNvSpPr/>
          <p:nvPr/>
        </p:nvSpPr>
        <p:spPr>
          <a:xfrm>
            <a:off x="207264" y="3438144"/>
            <a:ext cx="190195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Pagos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4" name="Shape 112"/>
          <p:cNvSpPr/>
          <p:nvPr/>
        </p:nvSpPr>
        <p:spPr>
          <a:xfrm>
            <a:off x="2133600" y="3389376"/>
            <a:ext cx="146304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2157984" y="3438144"/>
            <a:ext cx="141427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EHUB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6" name="Shape 114"/>
          <p:cNvSpPr/>
          <p:nvPr/>
        </p:nvSpPr>
        <p:spPr>
          <a:xfrm>
            <a:off x="3596640" y="338937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7" name="Text 115"/>
          <p:cNvSpPr/>
          <p:nvPr/>
        </p:nvSpPr>
        <p:spPr>
          <a:xfrm>
            <a:off x="3621024" y="343814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8" name="Shape 116"/>
          <p:cNvSpPr/>
          <p:nvPr/>
        </p:nvSpPr>
        <p:spPr>
          <a:xfrm>
            <a:off x="4511040" y="338937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9" name="Text 117"/>
          <p:cNvSpPr/>
          <p:nvPr/>
        </p:nvSpPr>
        <p:spPr>
          <a:xfrm>
            <a:off x="4535424" y="343814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0" name="Shape 118"/>
          <p:cNvSpPr/>
          <p:nvPr/>
        </p:nvSpPr>
        <p:spPr>
          <a:xfrm>
            <a:off x="5425440" y="338937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1" name="Text 119"/>
          <p:cNvSpPr/>
          <p:nvPr/>
        </p:nvSpPr>
        <p:spPr>
          <a:xfrm>
            <a:off x="5449824" y="343814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2" name="Shape 120"/>
          <p:cNvSpPr/>
          <p:nvPr/>
        </p:nvSpPr>
        <p:spPr>
          <a:xfrm>
            <a:off x="6339840" y="338937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3" name="Text 121"/>
          <p:cNvSpPr/>
          <p:nvPr/>
        </p:nvSpPr>
        <p:spPr>
          <a:xfrm>
            <a:off x="6364224" y="343814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4" name="Shape 122"/>
          <p:cNvSpPr/>
          <p:nvPr/>
        </p:nvSpPr>
        <p:spPr>
          <a:xfrm>
            <a:off x="7254240" y="338937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5" name="Text 123"/>
          <p:cNvSpPr/>
          <p:nvPr/>
        </p:nvSpPr>
        <p:spPr>
          <a:xfrm>
            <a:off x="7278624" y="343814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6" name="Shape 124"/>
          <p:cNvSpPr/>
          <p:nvPr/>
        </p:nvSpPr>
        <p:spPr>
          <a:xfrm>
            <a:off x="8168640" y="338937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7" name="Text 125"/>
          <p:cNvSpPr/>
          <p:nvPr/>
        </p:nvSpPr>
        <p:spPr>
          <a:xfrm>
            <a:off x="8193024" y="343814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8" name="Shape 126"/>
          <p:cNvSpPr/>
          <p:nvPr/>
        </p:nvSpPr>
        <p:spPr>
          <a:xfrm>
            <a:off x="9083040" y="338937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9" name="Text 127"/>
          <p:cNvSpPr/>
          <p:nvPr/>
        </p:nvSpPr>
        <p:spPr>
          <a:xfrm>
            <a:off x="9107424" y="343814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0" name="Shape 128"/>
          <p:cNvSpPr/>
          <p:nvPr/>
        </p:nvSpPr>
        <p:spPr>
          <a:xfrm>
            <a:off x="9997440" y="3389376"/>
            <a:ext cx="134112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1" name="Shape 129"/>
          <p:cNvSpPr/>
          <p:nvPr/>
        </p:nvSpPr>
        <p:spPr>
          <a:xfrm>
            <a:off x="10753344" y="3413760"/>
            <a:ext cx="426720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2" name="Text 130"/>
          <p:cNvSpPr/>
          <p:nvPr/>
        </p:nvSpPr>
        <p:spPr>
          <a:xfrm>
            <a:off x="10753344" y="3425952"/>
            <a:ext cx="42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3" name="Text 131"/>
          <p:cNvSpPr/>
          <p:nvPr/>
        </p:nvSpPr>
        <p:spPr>
          <a:xfrm>
            <a:off x="10046208" y="3413760"/>
            <a:ext cx="682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Escalona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4" name="Shape 132"/>
          <p:cNvSpPr/>
          <p:nvPr/>
        </p:nvSpPr>
        <p:spPr>
          <a:xfrm>
            <a:off x="182880" y="3816096"/>
            <a:ext cx="195072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5" name="Text 133"/>
          <p:cNvSpPr/>
          <p:nvPr/>
        </p:nvSpPr>
        <p:spPr>
          <a:xfrm>
            <a:off x="207264" y="3864864"/>
            <a:ext cx="190195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Mercancía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6" name="Shape 134"/>
          <p:cNvSpPr/>
          <p:nvPr/>
        </p:nvSpPr>
        <p:spPr>
          <a:xfrm>
            <a:off x="2133600" y="3816096"/>
            <a:ext cx="146304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7" name="Text 135"/>
          <p:cNvSpPr/>
          <p:nvPr/>
        </p:nvSpPr>
        <p:spPr>
          <a:xfrm>
            <a:off x="2157984" y="3864864"/>
            <a:ext cx="141427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 WMS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8" name="Shape 136"/>
          <p:cNvSpPr/>
          <p:nvPr/>
        </p:nvSpPr>
        <p:spPr>
          <a:xfrm>
            <a:off x="3596640" y="381609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9" name="Text 137"/>
          <p:cNvSpPr/>
          <p:nvPr/>
        </p:nvSpPr>
        <p:spPr>
          <a:xfrm>
            <a:off x="3621024" y="386486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0" name="Shape 138"/>
          <p:cNvSpPr/>
          <p:nvPr/>
        </p:nvSpPr>
        <p:spPr>
          <a:xfrm>
            <a:off x="4511040" y="381609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1" name="Text 139"/>
          <p:cNvSpPr/>
          <p:nvPr/>
        </p:nvSpPr>
        <p:spPr>
          <a:xfrm>
            <a:off x="4535424" y="386486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2" name="Shape 140"/>
          <p:cNvSpPr/>
          <p:nvPr/>
        </p:nvSpPr>
        <p:spPr>
          <a:xfrm>
            <a:off x="5425440" y="381609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3" name="Text 141"/>
          <p:cNvSpPr/>
          <p:nvPr/>
        </p:nvSpPr>
        <p:spPr>
          <a:xfrm>
            <a:off x="5449824" y="386486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4" name="Shape 142"/>
          <p:cNvSpPr/>
          <p:nvPr/>
        </p:nvSpPr>
        <p:spPr>
          <a:xfrm>
            <a:off x="6339840" y="381609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5" name="Text 143"/>
          <p:cNvSpPr/>
          <p:nvPr/>
        </p:nvSpPr>
        <p:spPr>
          <a:xfrm>
            <a:off x="6364224" y="386486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6" name="Shape 144"/>
          <p:cNvSpPr/>
          <p:nvPr/>
        </p:nvSpPr>
        <p:spPr>
          <a:xfrm>
            <a:off x="7254240" y="381609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7" name="Text 145"/>
          <p:cNvSpPr/>
          <p:nvPr/>
        </p:nvSpPr>
        <p:spPr>
          <a:xfrm>
            <a:off x="7278624" y="386486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8" name="Shape 146"/>
          <p:cNvSpPr/>
          <p:nvPr/>
        </p:nvSpPr>
        <p:spPr>
          <a:xfrm>
            <a:off x="8168640" y="381609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9" name="Text 147"/>
          <p:cNvSpPr/>
          <p:nvPr/>
        </p:nvSpPr>
        <p:spPr>
          <a:xfrm>
            <a:off x="8193024" y="386486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0" name="Shape 148"/>
          <p:cNvSpPr/>
          <p:nvPr/>
        </p:nvSpPr>
        <p:spPr>
          <a:xfrm>
            <a:off x="9083040" y="381609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1" name="Text 149"/>
          <p:cNvSpPr/>
          <p:nvPr/>
        </p:nvSpPr>
        <p:spPr>
          <a:xfrm>
            <a:off x="9107424" y="386486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2" name="Shape 150"/>
          <p:cNvSpPr/>
          <p:nvPr/>
        </p:nvSpPr>
        <p:spPr>
          <a:xfrm>
            <a:off x="9997440" y="3816096"/>
            <a:ext cx="134112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3" name="Shape 151"/>
          <p:cNvSpPr/>
          <p:nvPr/>
        </p:nvSpPr>
        <p:spPr>
          <a:xfrm>
            <a:off x="10753344" y="3840480"/>
            <a:ext cx="426720" cy="329184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4" name="Text 152"/>
          <p:cNvSpPr/>
          <p:nvPr/>
        </p:nvSpPr>
        <p:spPr>
          <a:xfrm>
            <a:off x="10753344" y="3852672"/>
            <a:ext cx="42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5" name="Text 153"/>
          <p:cNvSpPr/>
          <p:nvPr/>
        </p:nvSpPr>
        <p:spPr>
          <a:xfrm>
            <a:off x="10046208" y="3840480"/>
            <a:ext cx="682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García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6" name="Shape 154"/>
          <p:cNvSpPr/>
          <p:nvPr/>
        </p:nvSpPr>
        <p:spPr>
          <a:xfrm>
            <a:off x="182880" y="4242816"/>
            <a:ext cx="195072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7" name="Text 155"/>
          <p:cNvSpPr/>
          <p:nvPr/>
        </p:nvSpPr>
        <p:spPr>
          <a:xfrm>
            <a:off x="207264" y="4291584"/>
            <a:ext cx="190195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Señalización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8" name="Shape 156"/>
          <p:cNvSpPr/>
          <p:nvPr/>
        </p:nvSpPr>
        <p:spPr>
          <a:xfrm>
            <a:off x="2133600" y="4242816"/>
            <a:ext cx="146304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9" name="Text 157"/>
          <p:cNvSpPr/>
          <p:nvPr/>
        </p:nvSpPr>
        <p:spPr>
          <a:xfrm>
            <a:off x="2157984" y="4291584"/>
            <a:ext cx="141427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Fenicia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0" name="Shape 158"/>
          <p:cNvSpPr/>
          <p:nvPr/>
        </p:nvSpPr>
        <p:spPr>
          <a:xfrm>
            <a:off x="3596640" y="424281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1" name="Text 159"/>
          <p:cNvSpPr/>
          <p:nvPr/>
        </p:nvSpPr>
        <p:spPr>
          <a:xfrm>
            <a:off x="3621024" y="429158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2" name="Shape 160"/>
          <p:cNvSpPr/>
          <p:nvPr/>
        </p:nvSpPr>
        <p:spPr>
          <a:xfrm>
            <a:off x="4511040" y="424281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3" name="Text 161"/>
          <p:cNvSpPr/>
          <p:nvPr/>
        </p:nvSpPr>
        <p:spPr>
          <a:xfrm>
            <a:off x="4535424" y="429158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4" name="Shape 162"/>
          <p:cNvSpPr/>
          <p:nvPr/>
        </p:nvSpPr>
        <p:spPr>
          <a:xfrm>
            <a:off x="5425440" y="424281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5" name="Text 163"/>
          <p:cNvSpPr/>
          <p:nvPr/>
        </p:nvSpPr>
        <p:spPr>
          <a:xfrm>
            <a:off x="5449824" y="429158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6" name="Shape 164"/>
          <p:cNvSpPr/>
          <p:nvPr/>
        </p:nvSpPr>
        <p:spPr>
          <a:xfrm>
            <a:off x="6339840" y="424281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7" name="Text 165"/>
          <p:cNvSpPr/>
          <p:nvPr/>
        </p:nvSpPr>
        <p:spPr>
          <a:xfrm>
            <a:off x="6364224" y="429158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8" name="Shape 166"/>
          <p:cNvSpPr/>
          <p:nvPr/>
        </p:nvSpPr>
        <p:spPr>
          <a:xfrm>
            <a:off x="7254240" y="424281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9" name="Text 167"/>
          <p:cNvSpPr/>
          <p:nvPr/>
        </p:nvSpPr>
        <p:spPr>
          <a:xfrm>
            <a:off x="7278624" y="429158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0" name="Shape 168"/>
          <p:cNvSpPr/>
          <p:nvPr/>
        </p:nvSpPr>
        <p:spPr>
          <a:xfrm>
            <a:off x="8168640" y="424281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1" name="Text 169"/>
          <p:cNvSpPr/>
          <p:nvPr/>
        </p:nvSpPr>
        <p:spPr>
          <a:xfrm>
            <a:off x="8193024" y="429158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2" name="Shape 170"/>
          <p:cNvSpPr/>
          <p:nvPr/>
        </p:nvSpPr>
        <p:spPr>
          <a:xfrm>
            <a:off x="9083040" y="424281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3" name="Text 171"/>
          <p:cNvSpPr/>
          <p:nvPr/>
        </p:nvSpPr>
        <p:spPr>
          <a:xfrm>
            <a:off x="9107424" y="429158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4" name="Shape 172"/>
          <p:cNvSpPr/>
          <p:nvPr/>
        </p:nvSpPr>
        <p:spPr>
          <a:xfrm>
            <a:off x="9997440" y="4242816"/>
            <a:ext cx="134112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5" name="Shape 173"/>
          <p:cNvSpPr/>
          <p:nvPr/>
        </p:nvSpPr>
        <p:spPr>
          <a:xfrm>
            <a:off x="10753344" y="4267200"/>
            <a:ext cx="426720" cy="329184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6" name="Text 174"/>
          <p:cNvSpPr/>
          <p:nvPr/>
        </p:nvSpPr>
        <p:spPr>
          <a:xfrm>
            <a:off x="10753344" y="4279392"/>
            <a:ext cx="42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7" name="Text 175"/>
          <p:cNvSpPr/>
          <p:nvPr/>
        </p:nvSpPr>
        <p:spPr>
          <a:xfrm>
            <a:off x="10046208" y="4267200"/>
            <a:ext cx="682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Tavares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8" name="Shape 176"/>
          <p:cNvSpPr/>
          <p:nvPr/>
        </p:nvSpPr>
        <p:spPr>
          <a:xfrm>
            <a:off x="182880" y="4669536"/>
            <a:ext cx="195072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9" name="Text 177"/>
          <p:cNvSpPr/>
          <p:nvPr/>
        </p:nvSpPr>
        <p:spPr>
          <a:xfrm>
            <a:off x="207264" y="4718304"/>
            <a:ext cx="190195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&amp; Promo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0" name="Shape 178"/>
          <p:cNvSpPr/>
          <p:nvPr/>
        </p:nvSpPr>
        <p:spPr>
          <a:xfrm>
            <a:off x="2133600" y="4669536"/>
            <a:ext cx="146304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1" name="Text 179"/>
          <p:cNvSpPr/>
          <p:nvPr/>
        </p:nvSpPr>
        <p:spPr>
          <a:xfrm>
            <a:off x="2157984" y="4718304"/>
            <a:ext cx="141427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SAP/Cloudbridge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2" name="Shape 180"/>
          <p:cNvSpPr/>
          <p:nvPr/>
        </p:nvSpPr>
        <p:spPr>
          <a:xfrm>
            <a:off x="3596640" y="466953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3" name="Text 181"/>
          <p:cNvSpPr/>
          <p:nvPr/>
        </p:nvSpPr>
        <p:spPr>
          <a:xfrm>
            <a:off x="3621024" y="471830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4" name="Shape 182"/>
          <p:cNvSpPr/>
          <p:nvPr/>
        </p:nvSpPr>
        <p:spPr>
          <a:xfrm>
            <a:off x="4511040" y="466953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5" name="Text 183"/>
          <p:cNvSpPr/>
          <p:nvPr/>
        </p:nvSpPr>
        <p:spPr>
          <a:xfrm>
            <a:off x="4535424" y="471830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6" name="Shape 184"/>
          <p:cNvSpPr/>
          <p:nvPr/>
        </p:nvSpPr>
        <p:spPr>
          <a:xfrm>
            <a:off x="5425440" y="466953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7" name="Text 185"/>
          <p:cNvSpPr/>
          <p:nvPr/>
        </p:nvSpPr>
        <p:spPr>
          <a:xfrm>
            <a:off x="5449824" y="471830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8" name="Shape 186"/>
          <p:cNvSpPr/>
          <p:nvPr/>
        </p:nvSpPr>
        <p:spPr>
          <a:xfrm>
            <a:off x="6339840" y="466953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9" name="Text 187"/>
          <p:cNvSpPr/>
          <p:nvPr/>
        </p:nvSpPr>
        <p:spPr>
          <a:xfrm>
            <a:off x="6364224" y="471830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0" name="Shape 188"/>
          <p:cNvSpPr/>
          <p:nvPr/>
        </p:nvSpPr>
        <p:spPr>
          <a:xfrm>
            <a:off x="7254240" y="466953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1" name="Text 189"/>
          <p:cNvSpPr/>
          <p:nvPr/>
        </p:nvSpPr>
        <p:spPr>
          <a:xfrm>
            <a:off x="7278624" y="471830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2" name="Shape 190"/>
          <p:cNvSpPr/>
          <p:nvPr/>
        </p:nvSpPr>
        <p:spPr>
          <a:xfrm>
            <a:off x="8168640" y="466953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3" name="Text 191"/>
          <p:cNvSpPr/>
          <p:nvPr/>
        </p:nvSpPr>
        <p:spPr>
          <a:xfrm>
            <a:off x="8193024" y="471830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4" name="Shape 192"/>
          <p:cNvSpPr/>
          <p:nvPr/>
        </p:nvSpPr>
        <p:spPr>
          <a:xfrm>
            <a:off x="9083040" y="466953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5" name="Text 193"/>
          <p:cNvSpPr/>
          <p:nvPr/>
        </p:nvSpPr>
        <p:spPr>
          <a:xfrm>
            <a:off x="9107424" y="471830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6" name="Shape 194"/>
          <p:cNvSpPr/>
          <p:nvPr/>
        </p:nvSpPr>
        <p:spPr>
          <a:xfrm>
            <a:off x="9997440" y="4669536"/>
            <a:ext cx="134112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7" name="Shape 195"/>
          <p:cNvSpPr/>
          <p:nvPr/>
        </p:nvSpPr>
        <p:spPr>
          <a:xfrm>
            <a:off x="10753344" y="4693920"/>
            <a:ext cx="426720" cy="329184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8" name="Text 196"/>
          <p:cNvSpPr/>
          <p:nvPr/>
        </p:nvSpPr>
        <p:spPr>
          <a:xfrm>
            <a:off x="10753344" y="4706112"/>
            <a:ext cx="42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9" name="Text 197"/>
          <p:cNvSpPr/>
          <p:nvPr/>
        </p:nvSpPr>
        <p:spPr>
          <a:xfrm>
            <a:off x="10046208" y="4693920"/>
            <a:ext cx="682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 Garza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0" name="Shape 198"/>
          <p:cNvSpPr/>
          <p:nvPr/>
        </p:nvSpPr>
        <p:spPr>
          <a:xfrm>
            <a:off x="182880" y="5096256"/>
            <a:ext cx="195072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1" name="Text 199"/>
          <p:cNvSpPr/>
          <p:nvPr/>
        </p:nvSpPr>
        <p:spPr>
          <a:xfrm>
            <a:off x="207264" y="5145024"/>
            <a:ext cx="190195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WEB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2" name="Shape 200"/>
          <p:cNvSpPr/>
          <p:nvPr/>
        </p:nvSpPr>
        <p:spPr>
          <a:xfrm>
            <a:off x="2133600" y="5096256"/>
            <a:ext cx="146304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3" name="Text 201"/>
          <p:cNvSpPr/>
          <p:nvPr/>
        </p:nvSpPr>
        <p:spPr>
          <a:xfrm>
            <a:off x="2157984" y="5145024"/>
            <a:ext cx="141427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4" name="Shape 202"/>
          <p:cNvSpPr/>
          <p:nvPr/>
        </p:nvSpPr>
        <p:spPr>
          <a:xfrm>
            <a:off x="3596640" y="509625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5" name="Text 203"/>
          <p:cNvSpPr/>
          <p:nvPr/>
        </p:nvSpPr>
        <p:spPr>
          <a:xfrm>
            <a:off x="3621024" y="514502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6" name="Shape 204"/>
          <p:cNvSpPr/>
          <p:nvPr/>
        </p:nvSpPr>
        <p:spPr>
          <a:xfrm>
            <a:off x="4511040" y="509625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7" name="Text 205"/>
          <p:cNvSpPr/>
          <p:nvPr/>
        </p:nvSpPr>
        <p:spPr>
          <a:xfrm>
            <a:off x="4535424" y="514502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8" name="Shape 206"/>
          <p:cNvSpPr/>
          <p:nvPr/>
        </p:nvSpPr>
        <p:spPr>
          <a:xfrm>
            <a:off x="5425440" y="509625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9" name="Text 207"/>
          <p:cNvSpPr/>
          <p:nvPr/>
        </p:nvSpPr>
        <p:spPr>
          <a:xfrm>
            <a:off x="5449824" y="514502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0" name="Shape 208"/>
          <p:cNvSpPr/>
          <p:nvPr/>
        </p:nvSpPr>
        <p:spPr>
          <a:xfrm>
            <a:off x="6339840" y="509625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1" name="Text 209"/>
          <p:cNvSpPr/>
          <p:nvPr/>
        </p:nvSpPr>
        <p:spPr>
          <a:xfrm>
            <a:off x="6364224" y="514502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2" name="Shape 210"/>
          <p:cNvSpPr/>
          <p:nvPr/>
        </p:nvSpPr>
        <p:spPr>
          <a:xfrm>
            <a:off x="7254240" y="509625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3" name="Text 211"/>
          <p:cNvSpPr/>
          <p:nvPr/>
        </p:nvSpPr>
        <p:spPr>
          <a:xfrm>
            <a:off x="7278624" y="514502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4" name="Shape 212"/>
          <p:cNvSpPr/>
          <p:nvPr/>
        </p:nvSpPr>
        <p:spPr>
          <a:xfrm>
            <a:off x="8168640" y="509625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5" name="Text 213"/>
          <p:cNvSpPr/>
          <p:nvPr/>
        </p:nvSpPr>
        <p:spPr>
          <a:xfrm>
            <a:off x="8193024" y="514502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6" name="Shape 214"/>
          <p:cNvSpPr/>
          <p:nvPr/>
        </p:nvSpPr>
        <p:spPr>
          <a:xfrm>
            <a:off x="9083040" y="509625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7" name="Text 215"/>
          <p:cNvSpPr/>
          <p:nvPr/>
        </p:nvSpPr>
        <p:spPr>
          <a:xfrm>
            <a:off x="9107424" y="514502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8" name="Shape 216"/>
          <p:cNvSpPr/>
          <p:nvPr/>
        </p:nvSpPr>
        <p:spPr>
          <a:xfrm>
            <a:off x="9997440" y="5096256"/>
            <a:ext cx="134112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9" name="Shape 217"/>
          <p:cNvSpPr/>
          <p:nvPr/>
        </p:nvSpPr>
        <p:spPr>
          <a:xfrm>
            <a:off x="10753344" y="5120640"/>
            <a:ext cx="426720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0" name="Text 218"/>
          <p:cNvSpPr/>
          <p:nvPr/>
        </p:nvSpPr>
        <p:spPr>
          <a:xfrm>
            <a:off x="10753344" y="5132832"/>
            <a:ext cx="42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1" name="Text 219"/>
          <p:cNvSpPr/>
          <p:nvPr/>
        </p:nvSpPr>
        <p:spPr>
          <a:xfrm>
            <a:off x="10046208" y="5120640"/>
            <a:ext cx="682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Loyola/Renata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2" name="Shape 220"/>
          <p:cNvSpPr/>
          <p:nvPr/>
        </p:nvSpPr>
        <p:spPr>
          <a:xfrm>
            <a:off x="182880" y="5522976"/>
            <a:ext cx="195072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3" name="Text 221"/>
          <p:cNvSpPr/>
          <p:nvPr/>
        </p:nvSpPr>
        <p:spPr>
          <a:xfrm>
            <a:off x="207264" y="5571744"/>
            <a:ext cx="190195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4" name="Shape 222"/>
          <p:cNvSpPr/>
          <p:nvPr/>
        </p:nvSpPr>
        <p:spPr>
          <a:xfrm>
            <a:off x="2133600" y="5522976"/>
            <a:ext cx="146304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5" name="Text 223"/>
          <p:cNvSpPr/>
          <p:nvPr/>
        </p:nvSpPr>
        <p:spPr>
          <a:xfrm>
            <a:off x="2157984" y="5571744"/>
            <a:ext cx="141427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6" name="Shape 224"/>
          <p:cNvSpPr/>
          <p:nvPr/>
        </p:nvSpPr>
        <p:spPr>
          <a:xfrm>
            <a:off x="3596640" y="552297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7" name="Text 225"/>
          <p:cNvSpPr/>
          <p:nvPr/>
        </p:nvSpPr>
        <p:spPr>
          <a:xfrm>
            <a:off x="3621024" y="557174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8" name="Shape 226"/>
          <p:cNvSpPr/>
          <p:nvPr/>
        </p:nvSpPr>
        <p:spPr>
          <a:xfrm>
            <a:off x="4511040" y="552297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9" name="Text 227"/>
          <p:cNvSpPr/>
          <p:nvPr/>
        </p:nvSpPr>
        <p:spPr>
          <a:xfrm>
            <a:off x="4535424" y="557174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0" name="Shape 228"/>
          <p:cNvSpPr/>
          <p:nvPr/>
        </p:nvSpPr>
        <p:spPr>
          <a:xfrm>
            <a:off x="5425440" y="552297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1" name="Text 229"/>
          <p:cNvSpPr/>
          <p:nvPr/>
        </p:nvSpPr>
        <p:spPr>
          <a:xfrm>
            <a:off x="5449824" y="557174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2" name="Shape 230"/>
          <p:cNvSpPr/>
          <p:nvPr/>
        </p:nvSpPr>
        <p:spPr>
          <a:xfrm>
            <a:off x="6339840" y="552297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3" name="Text 231"/>
          <p:cNvSpPr/>
          <p:nvPr/>
        </p:nvSpPr>
        <p:spPr>
          <a:xfrm>
            <a:off x="6364224" y="557174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4" name="Shape 232"/>
          <p:cNvSpPr/>
          <p:nvPr/>
        </p:nvSpPr>
        <p:spPr>
          <a:xfrm>
            <a:off x="7254240" y="552297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5" name="Text 233"/>
          <p:cNvSpPr/>
          <p:nvPr/>
        </p:nvSpPr>
        <p:spPr>
          <a:xfrm>
            <a:off x="7278624" y="557174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6" name="Shape 234"/>
          <p:cNvSpPr/>
          <p:nvPr/>
        </p:nvSpPr>
        <p:spPr>
          <a:xfrm>
            <a:off x="8168640" y="552297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7" name="Text 235"/>
          <p:cNvSpPr/>
          <p:nvPr/>
        </p:nvSpPr>
        <p:spPr>
          <a:xfrm>
            <a:off x="8193024" y="557174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8" name="Shape 236"/>
          <p:cNvSpPr/>
          <p:nvPr/>
        </p:nvSpPr>
        <p:spPr>
          <a:xfrm>
            <a:off x="9083040" y="552297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9" name="Text 237"/>
          <p:cNvSpPr/>
          <p:nvPr/>
        </p:nvSpPr>
        <p:spPr>
          <a:xfrm>
            <a:off x="9107424" y="557174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0" name="Shape 238"/>
          <p:cNvSpPr/>
          <p:nvPr/>
        </p:nvSpPr>
        <p:spPr>
          <a:xfrm>
            <a:off x="9997440" y="5522976"/>
            <a:ext cx="134112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1" name="Shape 239"/>
          <p:cNvSpPr/>
          <p:nvPr/>
        </p:nvSpPr>
        <p:spPr>
          <a:xfrm>
            <a:off x="10753344" y="5547360"/>
            <a:ext cx="426720" cy="329184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2" name="Text 240"/>
          <p:cNvSpPr/>
          <p:nvPr/>
        </p:nvSpPr>
        <p:spPr>
          <a:xfrm>
            <a:off x="10753344" y="5559552"/>
            <a:ext cx="42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3" name="Text 241"/>
          <p:cNvSpPr/>
          <p:nvPr/>
        </p:nvSpPr>
        <p:spPr>
          <a:xfrm>
            <a:off x="10046208" y="5547360"/>
            <a:ext cx="682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J.A. Santana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4" name="Shape 242"/>
          <p:cNvSpPr/>
          <p:nvPr/>
        </p:nvSpPr>
        <p:spPr>
          <a:xfrm>
            <a:off x="182880" y="5949696"/>
            <a:ext cx="195072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5" name="Text 243"/>
          <p:cNvSpPr/>
          <p:nvPr/>
        </p:nvSpPr>
        <p:spPr>
          <a:xfrm>
            <a:off x="207264" y="5998464"/>
            <a:ext cx="190195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Socios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6" name="Shape 244"/>
          <p:cNvSpPr/>
          <p:nvPr/>
        </p:nvSpPr>
        <p:spPr>
          <a:xfrm>
            <a:off x="2133600" y="5949696"/>
            <a:ext cx="146304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7" name="Text 245"/>
          <p:cNvSpPr/>
          <p:nvPr/>
        </p:nvSpPr>
        <p:spPr>
          <a:xfrm>
            <a:off x="2157984" y="5998464"/>
            <a:ext cx="141427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8" name="Shape 246"/>
          <p:cNvSpPr/>
          <p:nvPr/>
        </p:nvSpPr>
        <p:spPr>
          <a:xfrm>
            <a:off x="3596640" y="594969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9" name="Text 247"/>
          <p:cNvSpPr/>
          <p:nvPr/>
        </p:nvSpPr>
        <p:spPr>
          <a:xfrm>
            <a:off x="3621024" y="599846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0" name="Shape 248"/>
          <p:cNvSpPr/>
          <p:nvPr/>
        </p:nvSpPr>
        <p:spPr>
          <a:xfrm>
            <a:off x="4511040" y="594969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1" name="Text 249"/>
          <p:cNvSpPr/>
          <p:nvPr/>
        </p:nvSpPr>
        <p:spPr>
          <a:xfrm>
            <a:off x="4535424" y="599846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2" name="Shape 250"/>
          <p:cNvSpPr/>
          <p:nvPr/>
        </p:nvSpPr>
        <p:spPr>
          <a:xfrm>
            <a:off x="5425440" y="594969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3" name="Text 251"/>
          <p:cNvSpPr/>
          <p:nvPr/>
        </p:nvSpPr>
        <p:spPr>
          <a:xfrm>
            <a:off x="5449824" y="599846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4" name="Shape 252"/>
          <p:cNvSpPr/>
          <p:nvPr/>
        </p:nvSpPr>
        <p:spPr>
          <a:xfrm>
            <a:off x="6339840" y="594969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5" name="Text 253"/>
          <p:cNvSpPr/>
          <p:nvPr/>
        </p:nvSpPr>
        <p:spPr>
          <a:xfrm>
            <a:off x="6364224" y="599846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6" name="Shape 254"/>
          <p:cNvSpPr/>
          <p:nvPr/>
        </p:nvSpPr>
        <p:spPr>
          <a:xfrm>
            <a:off x="7254240" y="594969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7" name="Text 255"/>
          <p:cNvSpPr/>
          <p:nvPr/>
        </p:nvSpPr>
        <p:spPr>
          <a:xfrm>
            <a:off x="7278624" y="599846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8" name="Shape 256"/>
          <p:cNvSpPr/>
          <p:nvPr/>
        </p:nvSpPr>
        <p:spPr>
          <a:xfrm>
            <a:off x="8168640" y="594969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9" name="Text 257"/>
          <p:cNvSpPr/>
          <p:nvPr/>
        </p:nvSpPr>
        <p:spPr>
          <a:xfrm>
            <a:off x="8193024" y="599846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0" name="Shape 258"/>
          <p:cNvSpPr/>
          <p:nvPr/>
        </p:nvSpPr>
        <p:spPr>
          <a:xfrm>
            <a:off x="9083040" y="5949696"/>
            <a:ext cx="91440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1" name="Text 259"/>
          <p:cNvSpPr/>
          <p:nvPr/>
        </p:nvSpPr>
        <p:spPr>
          <a:xfrm>
            <a:off x="9107424" y="599846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2" name="Shape 260"/>
          <p:cNvSpPr/>
          <p:nvPr/>
        </p:nvSpPr>
        <p:spPr>
          <a:xfrm>
            <a:off x="9997440" y="5949696"/>
            <a:ext cx="1341120" cy="426720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3" name="Shape 261"/>
          <p:cNvSpPr/>
          <p:nvPr/>
        </p:nvSpPr>
        <p:spPr>
          <a:xfrm>
            <a:off x="10753344" y="5974080"/>
            <a:ext cx="426720" cy="329184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4" name="Text 262"/>
          <p:cNvSpPr/>
          <p:nvPr/>
        </p:nvSpPr>
        <p:spPr>
          <a:xfrm>
            <a:off x="10753344" y="5986272"/>
            <a:ext cx="42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5" name="Text 263"/>
          <p:cNvSpPr/>
          <p:nvPr/>
        </p:nvSpPr>
        <p:spPr>
          <a:xfrm>
            <a:off x="10046208" y="5974080"/>
            <a:ext cx="682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Muñoz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6" name="Shape 264"/>
          <p:cNvSpPr/>
          <p:nvPr/>
        </p:nvSpPr>
        <p:spPr>
          <a:xfrm>
            <a:off x="182880" y="6376416"/>
            <a:ext cx="195072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7" name="Text 265"/>
          <p:cNvSpPr/>
          <p:nvPr/>
        </p:nvSpPr>
        <p:spPr>
          <a:xfrm>
            <a:off x="207264" y="6425184"/>
            <a:ext cx="190195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Malla BI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8" name="Shape 266"/>
          <p:cNvSpPr/>
          <p:nvPr/>
        </p:nvSpPr>
        <p:spPr>
          <a:xfrm>
            <a:off x="2133600" y="6376416"/>
            <a:ext cx="146304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9" name="Text 267"/>
          <p:cNvSpPr/>
          <p:nvPr/>
        </p:nvSpPr>
        <p:spPr>
          <a:xfrm>
            <a:off x="2157984" y="6425184"/>
            <a:ext cx="141427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0" name="Shape 268"/>
          <p:cNvSpPr/>
          <p:nvPr/>
        </p:nvSpPr>
        <p:spPr>
          <a:xfrm>
            <a:off x="3596640" y="637641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1" name="Text 269"/>
          <p:cNvSpPr/>
          <p:nvPr/>
        </p:nvSpPr>
        <p:spPr>
          <a:xfrm>
            <a:off x="3621024" y="642518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2" name="Shape 270"/>
          <p:cNvSpPr/>
          <p:nvPr/>
        </p:nvSpPr>
        <p:spPr>
          <a:xfrm>
            <a:off x="4511040" y="637641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3" name="Text 271"/>
          <p:cNvSpPr/>
          <p:nvPr/>
        </p:nvSpPr>
        <p:spPr>
          <a:xfrm>
            <a:off x="4535424" y="642518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4" name="Shape 272"/>
          <p:cNvSpPr/>
          <p:nvPr/>
        </p:nvSpPr>
        <p:spPr>
          <a:xfrm>
            <a:off x="5425440" y="637641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5" name="Text 273"/>
          <p:cNvSpPr/>
          <p:nvPr/>
        </p:nvSpPr>
        <p:spPr>
          <a:xfrm>
            <a:off x="5449824" y="642518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6" name="Shape 274"/>
          <p:cNvSpPr/>
          <p:nvPr/>
        </p:nvSpPr>
        <p:spPr>
          <a:xfrm>
            <a:off x="6339840" y="637641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7" name="Text 275"/>
          <p:cNvSpPr/>
          <p:nvPr/>
        </p:nvSpPr>
        <p:spPr>
          <a:xfrm>
            <a:off x="6364224" y="642518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8" name="Shape 276"/>
          <p:cNvSpPr/>
          <p:nvPr/>
        </p:nvSpPr>
        <p:spPr>
          <a:xfrm>
            <a:off x="7254240" y="637641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9" name="Text 277"/>
          <p:cNvSpPr/>
          <p:nvPr/>
        </p:nvSpPr>
        <p:spPr>
          <a:xfrm>
            <a:off x="7278624" y="642518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0" name="Shape 278"/>
          <p:cNvSpPr/>
          <p:nvPr/>
        </p:nvSpPr>
        <p:spPr>
          <a:xfrm>
            <a:off x="8168640" y="637641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1" name="Text 279"/>
          <p:cNvSpPr/>
          <p:nvPr/>
        </p:nvSpPr>
        <p:spPr>
          <a:xfrm>
            <a:off x="8193024" y="642518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2" name="Shape 280"/>
          <p:cNvSpPr/>
          <p:nvPr/>
        </p:nvSpPr>
        <p:spPr>
          <a:xfrm>
            <a:off x="9083040" y="6376416"/>
            <a:ext cx="91440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3" name="Text 281"/>
          <p:cNvSpPr/>
          <p:nvPr/>
        </p:nvSpPr>
        <p:spPr>
          <a:xfrm>
            <a:off x="9107424" y="6425184"/>
            <a:ext cx="865632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4" name="Shape 282"/>
          <p:cNvSpPr/>
          <p:nvPr/>
        </p:nvSpPr>
        <p:spPr>
          <a:xfrm>
            <a:off x="9997440" y="6376416"/>
            <a:ext cx="1341120" cy="426720"/>
          </a:xfrm>
          <a:prstGeom prst="rect">
            <a:avLst/>
          </a:prstGeom>
          <a:solidFill>
            <a:srgbClr val="F5F5F5"/>
          </a:solidFill>
          <a:ln w="5080">
            <a:solidFill>
              <a:srgbClr val="D9D9D9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5" name="Shape 283"/>
          <p:cNvSpPr/>
          <p:nvPr/>
        </p:nvSpPr>
        <p:spPr>
          <a:xfrm>
            <a:off x="10753344" y="6400800"/>
            <a:ext cx="426720" cy="329184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6" name="Text 284"/>
          <p:cNvSpPr/>
          <p:nvPr/>
        </p:nvSpPr>
        <p:spPr>
          <a:xfrm>
            <a:off x="10753344" y="6412992"/>
            <a:ext cx="4267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7" name="Text 285"/>
          <p:cNvSpPr/>
          <p:nvPr/>
        </p:nvSpPr>
        <p:spPr>
          <a:xfrm>
            <a:off x="10046208" y="6400800"/>
            <a:ext cx="682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Erick Rivas</a:t>
            </a:r>
            <a:endParaRPr lang="en-US" sz="10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8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6704" y="0"/>
            <a:ext cx="1158240" cy="694944"/>
          </a:xfrm>
          <a:prstGeom prst="rect">
            <a:avLst/>
          </a:prstGeom>
        </p:spPr>
      </p:pic>
      <p:pic>
        <p:nvPicPr>
          <p:cNvPr id="28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7280" y="85344"/>
            <a:ext cx="1950720" cy="426720"/>
          </a:xfrm>
          <a:prstGeom prst="rect">
            <a:avLst/>
          </a:prstGeom>
        </p:spPr>
      </p:pic>
      <p:sp>
        <p:nvSpPr>
          <p:cNvPr id="290" name="Text 286"/>
          <p:cNvSpPr/>
          <p:nvPr/>
        </p:nvSpPr>
        <p:spPr>
          <a:xfrm>
            <a:off x="4511040" y="6315456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1" name="Text 287"/>
          <p:cNvSpPr/>
          <p:nvPr/>
        </p:nvSpPr>
        <p:spPr>
          <a:xfrm>
            <a:off x="4815840" y="6315456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2" name="Text 288"/>
          <p:cNvSpPr/>
          <p:nvPr/>
        </p:nvSpPr>
        <p:spPr>
          <a:xfrm>
            <a:off x="5120640" y="6315456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3" name="Text 289"/>
          <p:cNvSpPr/>
          <p:nvPr/>
        </p:nvSpPr>
        <p:spPr>
          <a:xfrm>
            <a:off x="5425440" y="6315456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4" name="Text 290"/>
          <p:cNvSpPr/>
          <p:nvPr/>
        </p:nvSpPr>
        <p:spPr>
          <a:xfrm>
            <a:off x="5730240" y="6315456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219200"/>
            <a:ext cx="4876800" cy="4876800"/>
          </a:xfrm>
          <a:prstGeom prst="ellipse">
            <a:avLst/>
          </a:prstGeom>
          <a:solidFill>
            <a:srgbClr val="E8E8E8">
              <a:alpha val="40000"/>
            </a:srgbClr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6720" y="219456"/>
            <a:ext cx="11216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Y MÉTRICAS DE ÉXITO — Proyecto TORUS</a:t>
            </a:r>
            <a:endParaRPr lang="en-US" sz="29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26720" y="914400"/>
            <a:ext cx="3657600" cy="3901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524256" y="938784"/>
            <a:ext cx="3462528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kern="0" spc="1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OPERATIVOS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6720" y="1365504"/>
            <a:ext cx="3657600" cy="1682496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6720" y="1365504"/>
            <a:ext cx="3657600" cy="7315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99872" y="1487424"/>
            <a:ext cx="351129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533" b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−40%</a:t>
            </a:r>
            <a:endParaRPr lang="en-US" sz="45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99872" y="2316480"/>
            <a:ext cx="351129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de Incidentes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9872" y="2706624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133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línea base al cierre 2026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6720" y="3133344"/>
            <a:ext cx="3657600" cy="1682496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6720" y="3133344"/>
            <a:ext cx="3657600" cy="7315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9872" y="3255264"/>
            <a:ext cx="351129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533" b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−50%</a:t>
            </a:r>
            <a:endParaRPr lang="en-US" sz="45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9872" y="4084320"/>
            <a:ext cx="351129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(Tiempo de Resolución)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9872" y="4474464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133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diagnóstico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26720" y="4901184"/>
            <a:ext cx="3657600" cy="1682496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26720" y="4901184"/>
            <a:ext cx="3657600" cy="7315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9872" y="5023104"/>
            <a:ext cx="351129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533" b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−60%</a:t>
            </a:r>
            <a:endParaRPr lang="en-US" sz="45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9872" y="5852160"/>
            <a:ext cx="351129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 / Alertas Falsas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9872" y="6242304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133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AIOps activa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352544" y="914400"/>
            <a:ext cx="3657600" cy="390144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450080" y="938784"/>
            <a:ext cx="3462528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kern="0" spc="1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AUTOMATIZACIÓN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352544" y="1365504"/>
            <a:ext cx="3657600" cy="1682496"/>
          </a:xfrm>
          <a:prstGeom prst="rect">
            <a:avLst/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352544" y="1365504"/>
            <a:ext cx="3657600" cy="73152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425696" y="1487424"/>
            <a:ext cx="351129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533" b="1">
                <a:solidFill>
                  <a:srgbClr val="196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5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425696" y="2316480"/>
            <a:ext cx="351129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Auto-Resueltos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425696" y="2706624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133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sin intervención humana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352544" y="3133344"/>
            <a:ext cx="3657600" cy="1682496"/>
          </a:xfrm>
          <a:prstGeom prst="rect">
            <a:avLst/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352544" y="3133344"/>
            <a:ext cx="3657600" cy="73152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425696" y="3255264"/>
            <a:ext cx="351129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533" b="1">
                <a:solidFill>
                  <a:srgbClr val="196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5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425696" y="4084320"/>
            <a:ext cx="351129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Críticos Control-M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425696" y="4474464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133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Automatizados con alertas SLA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352544" y="4901184"/>
            <a:ext cx="3657600" cy="1682496"/>
          </a:xfrm>
          <a:prstGeom prst="rect">
            <a:avLst/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352544" y="4901184"/>
            <a:ext cx="3657600" cy="73152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425696" y="5023104"/>
            <a:ext cx="351129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533" b="1">
                <a:solidFill>
                  <a:srgbClr val="196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5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425696" y="5852160"/>
            <a:ext cx="351129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Infra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425696" y="6242304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133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Zabbix: servidores + cajas + autos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278368" y="914400"/>
            <a:ext cx="3657600" cy="390144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375904" y="938784"/>
            <a:ext cx="3462528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kern="0" spc="133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DISPONIBILIDAD &amp; NEGOCIO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278368" y="1365504"/>
            <a:ext cx="3657600" cy="1682496"/>
          </a:xfrm>
          <a:prstGeom prst="rect">
            <a:avLst/>
          </a:prstGeom>
          <a:solidFill>
            <a:srgbClr val="FFFFFF"/>
          </a:solidFill>
          <a:ln w="19050">
            <a:solidFill>
              <a:srgbClr val="0F9ED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278368" y="1365504"/>
            <a:ext cx="3657600" cy="7315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351520" y="1487424"/>
            <a:ext cx="351129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533" b="1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45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351520" y="2316480"/>
            <a:ext cx="351129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POS/eComm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351520" y="2706624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133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servicios críticos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278368" y="3133344"/>
            <a:ext cx="3657600" cy="1682496"/>
          </a:xfrm>
          <a:prstGeom prst="rect">
            <a:avLst/>
          </a:prstGeom>
          <a:solidFill>
            <a:srgbClr val="FFFFFF"/>
          </a:solidFill>
          <a:ln w="19050">
            <a:solidFill>
              <a:srgbClr val="0F9ED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278368" y="3133344"/>
            <a:ext cx="3657600" cy="7315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351520" y="3255264"/>
            <a:ext cx="351129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533" b="1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FCR↑</a:t>
            </a:r>
            <a:endParaRPr lang="en-US" sz="45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351520" y="4084320"/>
            <a:ext cx="351129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Contact Resolution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351520" y="4474464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133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en primer contacto NOC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8278368" y="4901184"/>
            <a:ext cx="3657600" cy="1682496"/>
          </a:xfrm>
          <a:prstGeom prst="rect">
            <a:avLst/>
          </a:prstGeom>
          <a:solidFill>
            <a:srgbClr val="FFFFFF"/>
          </a:solidFill>
          <a:ln w="19050">
            <a:solidFill>
              <a:srgbClr val="0F9ED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278368" y="4901184"/>
            <a:ext cx="3657600" cy="7315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351520" y="5023104"/>
            <a:ext cx="351129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533" b="1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CSAT↑</a:t>
            </a:r>
            <a:endParaRPr lang="en-US" sz="45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351520" y="5852160"/>
            <a:ext cx="351129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 del Usuario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351520" y="6242304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133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incidentes = mejor experiencia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6035040"/>
            <a:ext cx="1158240" cy="694944"/>
          </a:xfrm>
          <a:prstGeom prst="rect">
            <a:avLst/>
          </a:prstGeom>
        </p:spPr>
      </p:pic>
      <p:pic>
        <p:nvPicPr>
          <p:cNvPr id="5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6315456"/>
            <a:ext cx="1950720" cy="426720"/>
          </a:xfrm>
          <a:prstGeom prst="rect">
            <a:avLst/>
          </a:prstGeom>
        </p:spPr>
      </p:pic>
      <p:sp>
        <p:nvSpPr>
          <p:cNvPr id="57" name="Text 53"/>
          <p:cNvSpPr/>
          <p:nvPr/>
        </p:nvSpPr>
        <p:spPr>
          <a:xfrm>
            <a:off x="4511040" y="6315456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54"/>
          <p:cNvSpPr/>
          <p:nvPr/>
        </p:nvSpPr>
        <p:spPr>
          <a:xfrm>
            <a:off x="4815840" y="6315456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5"/>
          <p:cNvSpPr/>
          <p:nvPr/>
        </p:nvSpPr>
        <p:spPr>
          <a:xfrm>
            <a:off x="5120640" y="6315456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6"/>
          <p:cNvSpPr/>
          <p:nvPr/>
        </p:nvSpPr>
        <p:spPr>
          <a:xfrm>
            <a:off x="5425440" y="6315456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Text 57"/>
          <p:cNvSpPr/>
          <p:nvPr/>
        </p:nvSpPr>
        <p:spPr>
          <a:xfrm>
            <a:off x="5730240" y="6315456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19200" y="-1219200"/>
            <a:ext cx="4876800" cy="4876800"/>
          </a:xfrm>
          <a:prstGeom prst="ellipse">
            <a:avLst/>
          </a:prstGeom>
          <a:solidFill>
            <a:srgbClr val="E8E8E8">
              <a:alpha val="40000"/>
            </a:srgbClr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1219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467" b="1" kern="0" spc="533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4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829056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inmediatas para arrancar el Frente 1: Observabilidad &amp; Orquestación</a:t>
            </a:r>
            <a:endParaRPr lang="en-US" sz="14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26720" y="1316736"/>
            <a:ext cx="5669280" cy="2414016"/>
          </a:xfrm>
          <a:prstGeom prst="rect">
            <a:avLst/>
          </a:prstGeom>
          <a:solidFill>
            <a:srgbClr val="F8F8F8"/>
          </a:solidFill>
          <a:ln w="22860">
            <a:solidFill>
              <a:srgbClr val="C0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6720" y="1316736"/>
            <a:ext cx="5669280" cy="853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73024" y="1438656"/>
            <a:ext cx="512064" cy="512064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573024" y="14386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8240" y="1463040"/>
            <a:ext cx="481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contratos y proveedores</a:t>
            </a:r>
            <a:endParaRPr lang="en-US" sz="14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58240" y="1853184"/>
            <a:ext cx="48158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</a:t>
            </a:r>
            <a:r>
              <a:rPr lang="en-US" sz="1133" i="1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Inmediato</a:t>
            </a:r>
            <a:r>
              <a:rPr lang="en-US" sz="1133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Mayo-Junio 2026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73024" y="2145792"/>
            <a:ext cx="5364480" cy="0"/>
          </a:xfrm>
          <a:prstGeom prst="line">
            <a:avLst/>
          </a:prstGeom>
          <a:noFill/>
          <a:ln w="1016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1792" y="2292096"/>
            <a:ext cx="97536" cy="97536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8096" y="2243328"/>
            <a:ext cx="52181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</a:t>
            </a:r>
            <a:r>
              <a:rPr lang="en-US" sz="1133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33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r>
              <a:rPr lang="en-US" sz="1133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133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r>
              <a:rPr lang="en-US" sz="1133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Zabbix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" y="2621280"/>
            <a:ext cx="97536" cy="97536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8096" y="2572512"/>
            <a:ext cx="52181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</a:t>
            </a:r>
            <a:r>
              <a:rPr lang="en-US" sz="1133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33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</a:t>
            </a:r>
            <a:r>
              <a:rPr lang="en-US" sz="1133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Dynatrace (interno o externo)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1792" y="2950464"/>
            <a:ext cx="97536" cy="97536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8096" y="2901696"/>
            <a:ext cx="52181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</a:t>
            </a:r>
            <a:r>
              <a:rPr lang="en-US" sz="1133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33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</a:t>
            </a:r>
            <a:r>
              <a:rPr lang="en-US" sz="1133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33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licencias</a:t>
            </a:r>
            <a:r>
              <a:rPr lang="en-US" sz="1133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Control-M </a:t>
            </a:r>
            <a:r>
              <a:rPr lang="en-US" sz="1133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suficientes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1792" y="3279648"/>
            <a:ext cx="97536" cy="97536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8096" y="3230880"/>
            <a:ext cx="52181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proveedor/tool para Motor AIOps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376416" y="1316736"/>
            <a:ext cx="5669280" cy="2414016"/>
          </a:xfrm>
          <a:prstGeom prst="rect">
            <a:avLst/>
          </a:prstGeom>
          <a:solidFill>
            <a:srgbClr val="F8F8F8"/>
          </a:solidFill>
          <a:ln w="22860">
            <a:solidFill>
              <a:srgbClr val="0F9ED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76416" y="1316736"/>
            <a:ext cx="5669280" cy="85344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522720" y="1438656"/>
            <a:ext cx="512064" cy="512064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22720" y="14386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107936" y="1463040"/>
            <a:ext cx="481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>
                <a:solidFill>
                  <a:srgbClr val="0F9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y CMDB</a:t>
            </a:r>
            <a:endParaRPr lang="en-US" sz="14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107936" y="1853184"/>
            <a:ext cx="48158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Mayo-Junio 2026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522720" y="2145792"/>
            <a:ext cx="5364480" cy="0"/>
          </a:xfrm>
          <a:prstGeom prst="line">
            <a:avLst/>
          </a:prstGeom>
          <a:noFill/>
          <a:ln w="10160">
            <a:solidFill>
              <a:srgbClr val="0F9ED5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571488" y="2292096"/>
            <a:ext cx="97536" cy="97536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17792" y="2243328"/>
            <a:ext cx="52181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listado completo: JOBs y </a:t>
            </a:r>
            <a:r>
              <a:rPr lang="en-US" sz="1133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</a:t>
            </a:r>
            <a:r>
              <a:rPr lang="en-US" sz="1133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33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manuales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571488" y="2621280"/>
            <a:ext cx="97536" cy="97536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717792" y="2572512"/>
            <a:ext cx="52181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cada servidor vs servicio crítico de negocio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571488" y="2950464"/>
            <a:ext cx="97536" cy="97536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717792" y="2901696"/>
            <a:ext cx="52181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JOBs Control-M a desechar vs mantener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571488" y="3279648"/>
            <a:ext cx="97536" cy="97536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717792" y="3230880"/>
            <a:ext cx="52181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alcance de Dynatrace: HH WMS.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26720" y="3938016"/>
            <a:ext cx="5669280" cy="2414016"/>
          </a:xfrm>
          <a:prstGeom prst="rect">
            <a:avLst/>
          </a:prstGeom>
          <a:solidFill>
            <a:srgbClr val="F8F8F8"/>
          </a:solidFill>
          <a:ln w="22860">
            <a:solidFill>
              <a:srgbClr val="196B2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26720" y="3938016"/>
            <a:ext cx="5669280" cy="85344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73024" y="4059936"/>
            <a:ext cx="512064" cy="512064"/>
          </a:xfrm>
          <a:prstGeom prst="ellipse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73024" y="405993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158240" y="4084320"/>
            <a:ext cx="481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>
                <a:solidFill>
                  <a:srgbClr val="196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de implementaciones</a:t>
            </a:r>
            <a:endParaRPr lang="en-US" sz="14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158240" y="4474464"/>
            <a:ext cx="48158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Mayo–Junio 2026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73024" y="4767072"/>
            <a:ext cx="5364480" cy="0"/>
          </a:xfrm>
          <a:prstGeom prst="line">
            <a:avLst/>
          </a:prstGeom>
          <a:noFill/>
          <a:ln w="10160">
            <a:solidFill>
              <a:srgbClr val="196B2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21792" y="4913376"/>
            <a:ext cx="97536" cy="97536"/>
          </a:xfrm>
          <a:prstGeom prst="ellipse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68096" y="4864608"/>
            <a:ext cx="52181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y construcción de infraestructura Zabbix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21792" y="5242560"/>
            <a:ext cx="97536" cy="97536"/>
          </a:xfrm>
          <a:prstGeom prst="ellipse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68096" y="5193792"/>
            <a:ext cx="52181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instalación de agentes (tiendas piloto primero)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21792" y="5571744"/>
            <a:ext cx="97536" cy="97536"/>
          </a:xfrm>
          <a:prstGeom prst="ellipse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68096" y="5522976"/>
            <a:ext cx="52181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y configuración de flujos SQL en Control-M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21792" y="5900928"/>
            <a:ext cx="97536" cy="97536"/>
          </a:xfrm>
          <a:prstGeom prst="ellipse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68096" y="5852160"/>
            <a:ext cx="52181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alertas y umbrales base con NOC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376416" y="3938016"/>
            <a:ext cx="5669280" cy="2414016"/>
          </a:xfrm>
          <a:prstGeom prst="rect">
            <a:avLst/>
          </a:prstGeom>
          <a:solidFill>
            <a:srgbClr val="F8F8F8"/>
          </a:solidFill>
          <a:ln w="22860">
            <a:solidFill>
              <a:srgbClr val="E9713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376416" y="3938016"/>
            <a:ext cx="5669280" cy="85344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522720" y="4059936"/>
            <a:ext cx="512064" cy="512064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522720" y="405993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1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7107936" y="4084320"/>
            <a:ext cx="481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AIOps</a:t>
            </a:r>
            <a:endParaRPr lang="en-US" sz="1467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107936" y="4474464"/>
            <a:ext cx="48158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Julio–Agosto 2026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522720" y="4767072"/>
            <a:ext cx="5364480" cy="0"/>
          </a:xfrm>
          <a:prstGeom prst="line">
            <a:avLst/>
          </a:prstGeom>
          <a:noFill/>
          <a:ln w="10160">
            <a:solidFill>
              <a:srgbClr val="E97132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6571488" y="4913376"/>
            <a:ext cx="97536" cy="97536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6717792" y="4864608"/>
            <a:ext cx="52181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de correlación: caso Autocobros (más instrumentado)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6571488" y="5242560"/>
            <a:ext cx="97536" cy="97536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6717792" y="5193792"/>
            <a:ext cx="52181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Zabbix + Control-M en motor de correlación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6571488" y="5571744"/>
            <a:ext cx="97536" cy="97536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6717792" y="5522976"/>
            <a:ext cx="52181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</a:t>
            </a:r>
            <a:r>
              <a:rPr lang="en-US" sz="1133" err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r>
              <a:rPr lang="en-US" sz="1133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ITSM para auto-ticketing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6571488" y="5900928"/>
            <a:ext cx="97536" cy="97536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pPr defTabSz="1219170"/>
            <a:endParaRPr lang="es-MX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6717792" y="5852160"/>
            <a:ext cx="52181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equipo NOC: reducción de ruido objetivo −50%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960" y="262128"/>
            <a:ext cx="1158240" cy="694944"/>
          </a:xfrm>
          <a:prstGeom prst="rect">
            <a:avLst/>
          </a:prstGeom>
        </p:spPr>
      </p:pic>
      <p:pic>
        <p:nvPicPr>
          <p:cNvPr id="6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6315456"/>
            <a:ext cx="1950720" cy="426720"/>
          </a:xfrm>
          <a:prstGeom prst="rect">
            <a:avLst/>
          </a:prstGeom>
        </p:spPr>
      </p:pic>
      <p:sp>
        <p:nvSpPr>
          <p:cNvPr id="67" name="Text 63"/>
          <p:cNvSpPr/>
          <p:nvPr/>
        </p:nvSpPr>
        <p:spPr>
          <a:xfrm>
            <a:off x="4511040" y="6315456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Text 64"/>
          <p:cNvSpPr/>
          <p:nvPr/>
        </p:nvSpPr>
        <p:spPr>
          <a:xfrm>
            <a:off x="4815840" y="6315456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Text 65"/>
          <p:cNvSpPr/>
          <p:nvPr/>
        </p:nvSpPr>
        <p:spPr>
          <a:xfrm>
            <a:off x="5120640" y="6315456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Text 66"/>
          <p:cNvSpPr/>
          <p:nvPr/>
        </p:nvSpPr>
        <p:spPr>
          <a:xfrm>
            <a:off x="5425440" y="6315456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Text 67"/>
          <p:cNvSpPr/>
          <p:nvPr/>
        </p:nvSpPr>
        <p:spPr>
          <a:xfrm>
            <a:off x="5730240" y="6315456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e00541d-fe69-478e-be05-51202a90d428" xsi:nil="true"/>
    <lcf76f155ced4ddcb4097134ff3c332f xmlns="d57bf4d1-dd3c-4214-995a-2eef26e6b50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88F9CBA0F88DA4B92DBA68C562F90CC" ma:contentTypeVersion="12" ma:contentTypeDescription="Crear nuevo documento." ma:contentTypeScope="" ma:versionID="ed22ea8f010613815161e7223de90b72">
  <xsd:schema xmlns:xsd="http://www.w3.org/2001/XMLSchema" xmlns:xs="http://www.w3.org/2001/XMLSchema" xmlns:p="http://schemas.microsoft.com/office/2006/metadata/properties" xmlns:ns2="d57bf4d1-dd3c-4214-995a-2eef26e6b500" xmlns:ns3="9e00541d-fe69-478e-be05-51202a90d428" targetNamespace="http://schemas.microsoft.com/office/2006/metadata/properties" ma:root="true" ma:fieldsID="8f655cf2044951185028aa218465c3d4" ns2:_="" ns3:_="">
    <xsd:import namespace="d57bf4d1-dd3c-4214-995a-2eef26e6b500"/>
    <xsd:import namespace="9e00541d-fe69-478e-be05-51202a90d42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7bf4d1-dd3c-4214-995a-2eef26e6b5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a2f2566b-6b6f-4a8f-9618-f61c073a6d5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00541d-fe69-478e-be05-51202a90d42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247ee9-364f-4e3d-8cbe-f7156889630d}" ma:internalName="TaxCatchAll" ma:showField="CatchAllData" ma:web="9e00541d-fe69-478e-be05-51202a90d4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C132C1-928D-4845-B1FD-3FAE0D61EB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52CD130-464A-425D-AAEC-240B248CC067}">
  <ds:schemaRefs>
    <ds:schemaRef ds:uri="9e00541d-fe69-478e-be05-51202a90d428"/>
    <ds:schemaRef ds:uri="d57bf4d1-dd3c-4214-995a-2eef26e6b50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99771E1-27B0-404E-AC7D-C860E654C67D}">
  <ds:schemaRefs>
    <ds:schemaRef ds:uri="9e00541d-fe69-478e-be05-51202a90d428"/>
    <ds:schemaRef ds:uri="d57bf4d1-dd3c-4214-995a-2eef26e6b50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880</Words>
  <Application>Microsoft Office PowerPoint</Application>
  <PresentationFormat>Panorámica</PresentationFormat>
  <Paragraphs>343</Paragraphs>
  <Slides>9</Slides>
  <Notes>5</Notes>
  <HiddenSlides>2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</vt:i4>
      </vt:variant>
    </vt:vector>
  </HeadingPairs>
  <TitlesOfParts>
    <vt:vector size="21" baseType="lpstr">
      <vt:lpstr>Aptos</vt:lpstr>
      <vt:lpstr>Aptos Bold</vt:lpstr>
      <vt:lpstr>Aptos Display</vt:lpstr>
      <vt:lpstr>Arial</vt:lpstr>
      <vt:lpstr>Calibri</vt:lpstr>
      <vt:lpstr>Helvetica Neue</vt:lpstr>
      <vt:lpstr>Helvetica Neue Medium</vt:lpstr>
      <vt:lpstr>Nexa Light</vt:lpstr>
      <vt:lpstr>Segoe UI Light</vt:lpstr>
      <vt:lpstr>Tahoma</vt:lpstr>
      <vt:lpstr>21_BasicWhite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Campa Morones, Jesus</dc:creator>
  <cp:lastModifiedBy>Campa Morones, Jesus</cp:lastModifiedBy>
  <cp:revision>1</cp:revision>
  <dcterms:created xsi:type="dcterms:W3CDTF">2025-05-29T13:50:49Z</dcterms:created>
  <dcterms:modified xsi:type="dcterms:W3CDTF">2026-09-06T23:46:18Z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0x010100C88F9CBA0F88DA4B92DBA68C562F90CC</vt:lpwstr>
  </property>
  <property fmtid="{D5CDD505-2E9C-101B-9397-08002B2CF9AE}" pid="3" name="MediaServiceImageTags">
    <vt:lpwstr/>
  </property>
</Properties>
</file>